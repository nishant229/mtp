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4">
  <p:sldMasterIdLst>
    <p:sldMasterId id="2147483648" r:id="rId1"/>
    <p:sldMasterId id="2147483673" r:id="rId2"/>
    <p:sldMasterId id="2147483660" r:id="rId3"/>
  </p:sldMasterIdLst>
  <p:notesMasterIdLst>
    <p:notesMasterId r:id="rId53"/>
  </p:notesMasterIdLst>
  <p:sldIdLst>
    <p:sldId id="256" r:id="rId4"/>
    <p:sldId id="257" r:id="rId5"/>
    <p:sldId id="258" r:id="rId6"/>
    <p:sldId id="259" r:id="rId7"/>
    <p:sldId id="261" r:id="rId8"/>
    <p:sldId id="263" r:id="rId9"/>
    <p:sldId id="264" r:id="rId10"/>
    <p:sldId id="265" r:id="rId11"/>
    <p:sldId id="282" r:id="rId12"/>
    <p:sldId id="287" r:id="rId13"/>
    <p:sldId id="283" r:id="rId14"/>
    <p:sldId id="284" r:id="rId15"/>
    <p:sldId id="290" r:id="rId16"/>
    <p:sldId id="285" r:id="rId17"/>
    <p:sldId id="291" r:id="rId18"/>
    <p:sldId id="267" r:id="rId19"/>
    <p:sldId id="268" r:id="rId20"/>
    <p:sldId id="269" r:id="rId21"/>
    <p:sldId id="294" r:id="rId22"/>
    <p:sldId id="295" r:id="rId23"/>
    <p:sldId id="296" r:id="rId24"/>
    <p:sldId id="297" r:id="rId25"/>
    <p:sldId id="300" r:id="rId26"/>
    <p:sldId id="298" r:id="rId27"/>
    <p:sldId id="299" r:id="rId28"/>
    <p:sldId id="301" r:id="rId29"/>
    <p:sldId id="302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272" r:id="rId39"/>
    <p:sldId id="293" r:id="rId40"/>
    <p:sldId id="275" r:id="rId41"/>
    <p:sldId id="260" r:id="rId42"/>
    <p:sldId id="266" r:id="rId43"/>
    <p:sldId id="279" r:id="rId44"/>
    <p:sldId id="420" r:id="rId45"/>
    <p:sldId id="292" r:id="rId46"/>
    <p:sldId id="280" r:id="rId47"/>
    <p:sldId id="286" r:id="rId48"/>
    <p:sldId id="288" r:id="rId49"/>
    <p:sldId id="289" r:id="rId50"/>
    <p:sldId id="313" r:id="rId51"/>
    <p:sldId id="326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196" autoAdjust="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ANT NANASAHEB JAGTAP" userId="ee7e36ae-7531-471f-9344-44e1758b777a" providerId="ADAL" clId="{3BB827B1-449D-4AC6-9166-B72710051B6C}"/>
    <pc:docChg chg="undo redo custSel addSld delSld modSld sldOrd modMainMaster">
      <pc:chgData name="NISHANT NANASAHEB JAGTAP" userId="ee7e36ae-7531-471f-9344-44e1758b777a" providerId="ADAL" clId="{3BB827B1-449D-4AC6-9166-B72710051B6C}" dt="2025-06-13T08:58:20.638" v="10030" actId="2711"/>
      <pc:docMkLst>
        <pc:docMk/>
      </pc:docMkLst>
      <pc:sldChg chg="modSp mod">
        <pc:chgData name="NISHANT NANASAHEB JAGTAP" userId="ee7e36ae-7531-471f-9344-44e1758b777a" providerId="ADAL" clId="{3BB827B1-449D-4AC6-9166-B72710051B6C}" dt="2025-06-12T18:54:42.149" v="7593" actId="1076"/>
        <pc:sldMkLst>
          <pc:docMk/>
          <pc:sldMk cId="11663590" sldId="257"/>
        </pc:sldMkLst>
        <pc:spChg chg="mod">
          <ac:chgData name="NISHANT NANASAHEB JAGTAP" userId="ee7e36ae-7531-471f-9344-44e1758b777a" providerId="ADAL" clId="{3BB827B1-449D-4AC6-9166-B72710051B6C}" dt="2025-06-12T18:54:42.149" v="7593" actId="1076"/>
          <ac:spMkLst>
            <pc:docMk/>
            <pc:sldMk cId="11663590" sldId="257"/>
            <ac:spMk id="3" creationId="{A242528B-B5BF-1B36-FA16-3812658BF4ED}"/>
          </ac:spMkLst>
        </pc:spChg>
      </pc:sldChg>
      <pc:sldChg chg="addSp delSp modSp mod">
        <pc:chgData name="NISHANT NANASAHEB JAGTAP" userId="ee7e36ae-7531-471f-9344-44e1758b777a" providerId="ADAL" clId="{3BB827B1-449D-4AC6-9166-B72710051B6C}" dt="2025-06-13T08:58:20.638" v="10030" actId="2711"/>
        <pc:sldMkLst>
          <pc:docMk/>
          <pc:sldMk cId="3968135661" sldId="258"/>
        </pc:sldMkLst>
        <pc:spChg chg="mod">
          <ac:chgData name="NISHANT NANASAHEB JAGTAP" userId="ee7e36ae-7531-471f-9344-44e1758b777a" providerId="ADAL" clId="{3BB827B1-449D-4AC6-9166-B72710051B6C}" dt="2025-06-13T08:58:20.638" v="10030" actId="2711"/>
          <ac:spMkLst>
            <pc:docMk/>
            <pc:sldMk cId="3968135661" sldId="258"/>
            <ac:spMk id="3" creationId="{6DF65549-7F28-6862-0FEF-EFCD2561C7C7}"/>
          </ac:spMkLst>
        </pc:spChg>
        <pc:spChg chg="add">
          <ac:chgData name="NISHANT NANASAHEB JAGTAP" userId="ee7e36ae-7531-471f-9344-44e1758b777a" providerId="ADAL" clId="{3BB827B1-449D-4AC6-9166-B72710051B6C}" dt="2025-06-12T18:18:01.358" v="7336"/>
          <ac:spMkLst>
            <pc:docMk/>
            <pc:sldMk cId="3968135661" sldId="258"/>
            <ac:spMk id="7" creationId="{E47A0A24-5C3F-B4B7-0357-ED7DD95E8B0B}"/>
          </ac:spMkLst>
        </pc:spChg>
        <pc:spChg chg="add del mod">
          <ac:chgData name="NISHANT NANASAHEB JAGTAP" userId="ee7e36ae-7531-471f-9344-44e1758b777a" providerId="ADAL" clId="{3BB827B1-449D-4AC6-9166-B72710051B6C}" dt="2025-06-12T18:28:53.054" v="7440"/>
          <ac:spMkLst>
            <pc:docMk/>
            <pc:sldMk cId="3968135661" sldId="258"/>
            <ac:spMk id="8" creationId="{142447DE-30F8-4A6B-0549-893871A0495F}"/>
          </ac:spMkLst>
        </pc:spChg>
        <pc:graphicFrameChg chg="add mod">
          <ac:chgData name="NISHANT NANASAHEB JAGTAP" userId="ee7e36ae-7531-471f-9344-44e1758b777a" providerId="ADAL" clId="{3BB827B1-449D-4AC6-9166-B72710051B6C}" dt="2025-06-12T19:25:57.272" v="7880" actId="1076"/>
          <ac:graphicFrameMkLst>
            <pc:docMk/>
            <pc:sldMk cId="3968135661" sldId="258"/>
            <ac:graphicFrameMk id="9" creationId="{08A78DF6-D1D9-CCD0-EB36-771C88E6B708}"/>
          </ac:graphicFrameMkLst>
        </pc:graphicFrameChg>
      </pc:sldChg>
      <pc:sldChg chg="modSp mod">
        <pc:chgData name="NISHANT NANASAHEB JAGTAP" userId="ee7e36ae-7531-471f-9344-44e1758b777a" providerId="ADAL" clId="{3BB827B1-449D-4AC6-9166-B72710051B6C}" dt="2025-06-12T19:04:16.031" v="7786" actId="14100"/>
        <pc:sldMkLst>
          <pc:docMk/>
          <pc:sldMk cId="240038107" sldId="259"/>
        </pc:sldMkLst>
        <pc:spChg chg="mod">
          <ac:chgData name="NISHANT NANASAHEB JAGTAP" userId="ee7e36ae-7531-471f-9344-44e1758b777a" providerId="ADAL" clId="{3BB827B1-449D-4AC6-9166-B72710051B6C}" dt="2025-06-12T19:04:16.031" v="7786" actId="14100"/>
          <ac:spMkLst>
            <pc:docMk/>
            <pc:sldMk cId="240038107" sldId="259"/>
            <ac:spMk id="3" creationId="{BAFDD6DF-F1E8-7360-0BD1-665A530EC81D}"/>
          </ac:spMkLst>
        </pc:spChg>
      </pc:sldChg>
      <pc:sldChg chg="del">
        <pc:chgData name="NISHANT NANASAHEB JAGTAP" userId="ee7e36ae-7531-471f-9344-44e1758b777a" providerId="ADAL" clId="{3BB827B1-449D-4AC6-9166-B72710051B6C}" dt="2025-06-12T18:33:18.808" v="7458" actId="2696"/>
        <pc:sldMkLst>
          <pc:docMk/>
          <pc:sldMk cId="2540544611" sldId="260"/>
        </pc:sldMkLst>
      </pc:sldChg>
      <pc:sldChg chg="add ord">
        <pc:chgData name="NISHANT NANASAHEB JAGTAP" userId="ee7e36ae-7531-471f-9344-44e1758b777a" providerId="ADAL" clId="{3BB827B1-449D-4AC6-9166-B72710051B6C}" dt="2025-06-12T22:11:57.348" v="10014"/>
        <pc:sldMkLst>
          <pc:docMk/>
          <pc:sldMk cId="3791587146" sldId="260"/>
        </pc:sldMkLst>
      </pc:sldChg>
      <pc:sldChg chg="add del">
        <pc:chgData name="NISHANT NANASAHEB JAGTAP" userId="ee7e36ae-7531-471f-9344-44e1758b777a" providerId="ADAL" clId="{3BB827B1-449D-4AC6-9166-B72710051B6C}" dt="2025-06-12T18:33:25.296" v="7460"/>
        <pc:sldMkLst>
          <pc:docMk/>
          <pc:sldMk cId="4247049422" sldId="260"/>
        </pc:sldMkLst>
      </pc:sldChg>
      <pc:sldChg chg="modSp mod">
        <pc:chgData name="NISHANT NANASAHEB JAGTAP" userId="ee7e36ae-7531-471f-9344-44e1758b777a" providerId="ADAL" clId="{3BB827B1-449D-4AC6-9166-B72710051B6C}" dt="2025-06-12T17:51:13.753" v="7103" actId="2711"/>
        <pc:sldMkLst>
          <pc:docMk/>
          <pc:sldMk cId="3062158778" sldId="261"/>
        </pc:sldMkLst>
        <pc:graphicFrameChg chg="modGraphic">
          <ac:chgData name="NISHANT NANASAHEB JAGTAP" userId="ee7e36ae-7531-471f-9344-44e1758b777a" providerId="ADAL" clId="{3BB827B1-449D-4AC6-9166-B72710051B6C}" dt="2025-06-12T17:51:13.753" v="7103" actId="2711"/>
          <ac:graphicFrameMkLst>
            <pc:docMk/>
            <pc:sldMk cId="3062158778" sldId="261"/>
            <ac:graphicFrameMk id="8" creationId="{198F2DA5-7D8B-1901-CBEF-1127C613EF21}"/>
          </ac:graphicFrameMkLst>
        </pc:graphicFrameChg>
      </pc:sldChg>
      <pc:sldChg chg="modSp mod">
        <pc:chgData name="NISHANT NANASAHEB JAGTAP" userId="ee7e36ae-7531-471f-9344-44e1758b777a" providerId="ADAL" clId="{3BB827B1-449D-4AC6-9166-B72710051B6C}" dt="2025-06-12T22:04:53.193" v="9956" actId="1038"/>
        <pc:sldMkLst>
          <pc:docMk/>
          <pc:sldMk cId="426300337" sldId="263"/>
        </pc:sldMkLst>
        <pc:spChg chg="mod">
          <ac:chgData name="NISHANT NANASAHEB JAGTAP" userId="ee7e36ae-7531-471f-9344-44e1758b777a" providerId="ADAL" clId="{3BB827B1-449D-4AC6-9166-B72710051B6C}" dt="2025-06-12T22:04:53.193" v="9956" actId="1038"/>
          <ac:spMkLst>
            <pc:docMk/>
            <pc:sldMk cId="426300337" sldId="263"/>
            <ac:spMk id="25" creationId="{5740C7AB-8055-6AF7-75FA-4857EB74EE3F}"/>
          </ac:spMkLst>
        </pc:spChg>
        <pc:graphicFrameChg chg="mod modGraphic">
          <ac:chgData name="NISHANT NANASAHEB JAGTAP" userId="ee7e36ae-7531-471f-9344-44e1758b777a" providerId="ADAL" clId="{3BB827B1-449D-4AC6-9166-B72710051B6C}" dt="2025-06-12T21:28:19.686" v="9572" actId="255"/>
          <ac:graphicFrameMkLst>
            <pc:docMk/>
            <pc:sldMk cId="426300337" sldId="263"/>
            <ac:graphicFrameMk id="15" creationId="{44D8D05A-D5EE-A247-28A0-50FFC555F05C}"/>
          </ac:graphicFrameMkLst>
        </pc:graphicFrameChg>
        <pc:cxnChg chg="mod">
          <ac:chgData name="NISHANT NANASAHEB JAGTAP" userId="ee7e36ae-7531-471f-9344-44e1758b777a" providerId="ADAL" clId="{3BB827B1-449D-4AC6-9166-B72710051B6C}" dt="2025-06-12T22:04:53.193" v="9956" actId="1038"/>
          <ac:cxnSpMkLst>
            <pc:docMk/>
            <pc:sldMk cId="426300337" sldId="263"/>
            <ac:cxnSpMk id="24" creationId="{20AD63A4-B872-579E-A703-485ACB728535}"/>
          </ac:cxnSpMkLst>
        </pc:cxnChg>
      </pc:sldChg>
      <pc:sldChg chg="addSp modSp mod">
        <pc:chgData name="NISHANT NANASAHEB JAGTAP" userId="ee7e36ae-7531-471f-9344-44e1758b777a" providerId="ADAL" clId="{3BB827B1-449D-4AC6-9166-B72710051B6C}" dt="2025-06-12T21:29:27.061" v="9575" actId="1076"/>
        <pc:sldMkLst>
          <pc:docMk/>
          <pc:sldMk cId="2666986015" sldId="265"/>
        </pc:sldMkLst>
        <pc:spChg chg="mod">
          <ac:chgData name="NISHANT NANASAHEB JAGTAP" userId="ee7e36ae-7531-471f-9344-44e1758b777a" providerId="ADAL" clId="{3BB827B1-449D-4AC6-9166-B72710051B6C}" dt="2025-06-12T21:29:27.061" v="9575" actId="1076"/>
          <ac:spMkLst>
            <pc:docMk/>
            <pc:sldMk cId="2666986015" sldId="265"/>
            <ac:spMk id="3" creationId="{DC3C1464-9805-F1D3-6D6D-59E806FB897F}"/>
          </ac:spMkLst>
        </pc:spChg>
        <pc:spChg chg="add mod">
          <ac:chgData name="NISHANT NANASAHEB JAGTAP" userId="ee7e36ae-7531-471f-9344-44e1758b777a" providerId="ADAL" clId="{3BB827B1-449D-4AC6-9166-B72710051B6C}" dt="2025-06-12T19:22:56.275" v="7851" actId="1076"/>
          <ac:spMkLst>
            <pc:docMk/>
            <pc:sldMk cId="2666986015" sldId="265"/>
            <ac:spMk id="7" creationId="{FF02B396-1783-341B-D53D-8755A8B5B5AB}"/>
          </ac:spMkLst>
        </pc:spChg>
        <pc:spChg chg="add mod">
          <ac:chgData name="NISHANT NANASAHEB JAGTAP" userId="ee7e36ae-7531-471f-9344-44e1758b777a" providerId="ADAL" clId="{3BB827B1-449D-4AC6-9166-B72710051B6C}" dt="2025-06-12T19:24:18.315" v="7869" actId="14100"/>
          <ac:spMkLst>
            <pc:docMk/>
            <pc:sldMk cId="2666986015" sldId="265"/>
            <ac:spMk id="9" creationId="{C5F7D648-4FD9-F19B-0847-98C4751ECB7B}"/>
          </ac:spMkLst>
        </pc:spChg>
        <pc:spChg chg="add mod">
          <ac:chgData name="NISHANT NANASAHEB JAGTAP" userId="ee7e36ae-7531-471f-9344-44e1758b777a" providerId="ADAL" clId="{3BB827B1-449D-4AC6-9166-B72710051B6C}" dt="2025-06-12T19:23:53.522" v="7865" actId="1076"/>
          <ac:spMkLst>
            <pc:docMk/>
            <pc:sldMk cId="2666986015" sldId="265"/>
            <ac:spMk id="11" creationId="{C256BF11-F0CA-1FC1-B385-C9552F0C51EA}"/>
          </ac:spMkLst>
        </pc:spChg>
        <pc:spChg chg="add mod">
          <ac:chgData name="NISHANT NANASAHEB JAGTAP" userId="ee7e36ae-7531-471f-9344-44e1758b777a" providerId="ADAL" clId="{3BB827B1-449D-4AC6-9166-B72710051B6C}" dt="2025-06-12T19:25:22.619" v="7877" actId="1076"/>
          <ac:spMkLst>
            <pc:docMk/>
            <pc:sldMk cId="2666986015" sldId="265"/>
            <ac:spMk id="13" creationId="{F01B54C6-672D-5BEC-2AD8-B27B0D01A704}"/>
          </ac:spMkLst>
        </pc:spChg>
        <pc:picChg chg="add mod">
          <ac:chgData name="NISHANT NANASAHEB JAGTAP" userId="ee7e36ae-7531-471f-9344-44e1758b777a" providerId="ADAL" clId="{3BB827B1-449D-4AC6-9166-B72710051B6C}" dt="2025-06-12T19:24:11.112" v="7867" actId="1076"/>
          <ac:picMkLst>
            <pc:docMk/>
            <pc:sldMk cId="2666986015" sldId="265"/>
            <ac:picMk id="12" creationId="{7B8D77D5-C28F-14FA-C714-B4E08C8BAC7D}"/>
          </ac:picMkLst>
        </pc:picChg>
      </pc:sldChg>
      <pc:sldChg chg="del">
        <pc:chgData name="NISHANT NANASAHEB JAGTAP" userId="ee7e36ae-7531-471f-9344-44e1758b777a" providerId="ADAL" clId="{3BB827B1-449D-4AC6-9166-B72710051B6C}" dt="2025-06-12T07:47:50.075" v="5977" actId="2696"/>
        <pc:sldMkLst>
          <pc:docMk/>
          <pc:sldMk cId="674567965" sldId="266"/>
        </pc:sldMkLst>
      </pc:sldChg>
      <pc:sldChg chg="add">
        <pc:chgData name="NISHANT NANASAHEB JAGTAP" userId="ee7e36ae-7531-471f-9344-44e1758b777a" providerId="ADAL" clId="{3BB827B1-449D-4AC6-9166-B72710051B6C}" dt="2025-06-12T07:47:54.648" v="5978"/>
        <pc:sldMkLst>
          <pc:docMk/>
          <pc:sldMk cId="914630124" sldId="266"/>
        </pc:sldMkLst>
      </pc:sldChg>
      <pc:sldChg chg="addSp modSp mod">
        <pc:chgData name="NISHANT NANASAHEB JAGTAP" userId="ee7e36ae-7531-471f-9344-44e1758b777a" providerId="ADAL" clId="{3BB827B1-449D-4AC6-9166-B72710051B6C}" dt="2025-06-12T21:30:24.457" v="9577" actId="1076"/>
        <pc:sldMkLst>
          <pc:docMk/>
          <pc:sldMk cId="1981535005" sldId="267"/>
        </pc:sldMkLst>
        <pc:spChg chg="mod">
          <ac:chgData name="NISHANT NANASAHEB JAGTAP" userId="ee7e36ae-7531-471f-9344-44e1758b777a" providerId="ADAL" clId="{3BB827B1-449D-4AC6-9166-B72710051B6C}" dt="2025-06-12T20:34:25.969" v="8679"/>
          <ac:spMkLst>
            <pc:docMk/>
            <pc:sldMk cId="1981535005" sldId="267"/>
            <ac:spMk id="11" creationId="{E653BF13-B90F-56FE-B9A4-3BBFBD909B19}"/>
          </ac:spMkLst>
        </pc:spChg>
        <pc:spChg chg="mod">
          <ac:chgData name="NISHANT NANASAHEB JAGTAP" userId="ee7e36ae-7531-471f-9344-44e1758b777a" providerId="ADAL" clId="{3BB827B1-449D-4AC6-9166-B72710051B6C}" dt="2025-06-12T20:34:09.639" v="8676" actId="1076"/>
          <ac:spMkLst>
            <pc:docMk/>
            <pc:sldMk cId="1981535005" sldId="267"/>
            <ac:spMk id="12" creationId="{D62BAA2E-954B-FEE2-EADD-6B98A1E69742}"/>
          </ac:spMkLst>
        </pc:spChg>
        <pc:spChg chg="add mod">
          <ac:chgData name="NISHANT NANASAHEB JAGTAP" userId="ee7e36ae-7531-471f-9344-44e1758b777a" providerId="ADAL" clId="{3BB827B1-449D-4AC6-9166-B72710051B6C}" dt="2025-06-12T20:34:42.161" v="8683" actId="1076"/>
          <ac:spMkLst>
            <pc:docMk/>
            <pc:sldMk cId="1981535005" sldId="267"/>
            <ac:spMk id="13" creationId="{5C4FFD83-BB65-EC72-8366-D393874651EA}"/>
          </ac:spMkLst>
        </pc:spChg>
        <pc:spChg chg="add mod">
          <ac:chgData name="NISHANT NANASAHEB JAGTAP" userId="ee7e36ae-7531-471f-9344-44e1758b777a" providerId="ADAL" clId="{3BB827B1-449D-4AC6-9166-B72710051B6C}" dt="2025-06-12T21:30:24.457" v="9577" actId="1076"/>
          <ac:spMkLst>
            <pc:docMk/>
            <pc:sldMk cId="1981535005" sldId="267"/>
            <ac:spMk id="14" creationId="{B798BB63-2A20-9EB6-F0DE-CC6945FD162E}"/>
          </ac:spMkLst>
        </pc:spChg>
      </pc:sldChg>
      <pc:sldChg chg="addSp delSp modSp mod">
        <pc:chgData name="NISHANT NANASAHEB JAGTAP" userId="ee7e36ae-7531-471f-9344-44e1758b777a" providerId="ADAL" clId="{3BB827B1-449D-4AC6-9166-B72710051B6C}" dt="2025-06-12T20:35:30.065" v="8687" actId="1076"/>
        <pc:sldMkLst>
          <pc:docMk/>
          <pc:sldMk cId="3042303437" sldId="268"/>
        </pc:sldMkLst>
        <pc:spChg chg="mod">
          <ac:chgData name="NISHANT NANASAHEB JAGTAP" userId="ee7e36ae-7531-471f-9344-44e1758b777a" providerId="ADAL" clId="{3BB827B1-449D-4AC6-9166-B72710051B6C}" dt="2025-06-12T20:35:25.370" v="8686" actId="20577"/>
          <ac:spMkLst>
            <pc:docMk/>
            <pc:sldMk cId="3042303437" sldId="268"/>
            <ac:spMk id="24" creationId="{FBE6A2B9-289D-98D7-B9B3-A00B84B00753}"/>
          </ac:spMkLst>
        </pc:spChg>
        <pc:spChg chg="mod">
          <ac:chgData name="NISHANT NANASAHEB JAGTAP" userId="ee7e36ae-7531-471f-9344-44e1758b777a" providerId="ADAL" clId="{3BB827B1-449D-4AC6-9166-B72710051B6C}" dt="2025-06-12T20:35:30.065" v="8687" actId="1076"/>
          <ac:spMkLst>
            <pc:docMk/>
            <pc:sldMk cId="3042303437" sldId="268"/>
            <ac:spMk id="25" creationId="{F376F3D4-E067-CD55-E653-29A09D148F44}"/>
          </ac:spMkLst>
        </pc:spChg>
        <pc:picChg chg="add mod">
          <ac:chgData name="NISHANT NANASAHEB JAGTAP" userId="ee7e36ae-7531-471f-9344-44e1758b777a" providerId="ADAL" clId="{3BB827B1-449D-4AC6-9166-B72710051B6C}" dt="2025-06-12T07:52:58.005" v="5994" actId="1076"/>
          <ac:picMkLst>
            <pc:docMk/>
            <pc:sldMk cId="3042303437" sldId="268"/>
            <ac:picMk id="2" creationId="{0FA49D36-4188-C50F-765C-4AF6CC80FBC3}"/>
          </ac:picMkLst>
        </pc:picChg>
        <pc:picChg chg="del">
          <ac:chgData name="NISHANT NANASAHEB JAGTAP" userId="ee7e36ae-7531-471f-9344-44e1758b777a" providerId="ADAL" clId="{3BB827B1-449D-4AC6-9166-B72710051B6C}" dt="2025-06-12T07:52:09.486" v="5990" actId="478"/>
          <ac:picMkLst>
            <pc:docMk/>
            <pc:sldMk cId="3042303437" sldId="268"/>
            <ac:picMk id="3" creationId="{C75AA0E1-B4B5-464A-82E4-84308317EC87}"/>
          </ac:picMkLst>
        </pc:picChg>
        <pc:picChg chg="add mod">
          <ac:chgData name="NISHANT NANASAHEB JAGTAP" userId="ee7e36ae-7531-471f-9344-44e1758b777a" providerId="ADAL" clId="{3BB827B1-449D-4AC6-9166-B72710051B6C}" dt="2025-06-12T07:53:24.141" v="6004" actId="1076"/>
          <ac:picMkLst>
            <pc:docMk/>
            <pc:sldMk cId="3042303437" sldId="268"/>
            <ac:picMk id="7" creationId="{E9DA2FD7-6E46-E5D5-16F5-E43DDB7A3DAE}"/>
          </ac:picMkLst>
        </pc:picChg>
        <pc:picChg chg="add del">
          <ac:chgData name="NISHANT NANASAHEB JAGTAP" userId="ee7e36ae-7531-471f-9344-44e1758b777a" providerId="ADAL" clId="{3BB827B1-449D-4AC6-9166-B72710051B6C}" dt="2025-06-12T07:52:09.486" v="5990" actId="478"/>
          <ac:picMkLst>
            <pc:docMk/>
            <pc:sldMk cId="3042303437" sldId="268"/>
            <ac:picMk id="20" creationId="{AD2915D0-5EB0-470C-A558-5502B38769A3}"/>
          </ac:picMkLst>
        </pc:picChg>
        <pc:picChg chg="add mod">
          <ac:chgData name="NISHANT NANASAHEB JAGTAP" userId="ee7e36ae-7531-471f-9344-44e1758b777a" providerId="ADAL" clId="{3BB827B1-449D-4AC6-9166-B72710051B6C}" dt="2025-06-12T07:54:00.013" v="6013" actId="1076"/>
          <ac:picMkLst>
            <pc:docMk/>
            <pc:sldMk cId="3042303437" sldId="268"/>
            <ac:picMk id="21" creationId="{4FB2A229-EFD3-36DD-7C01-4FABA727F004}"/>
          </ac:picMkLst>
        </pc:picChg>
        <pc:picChg chg="add mod">
          <ac:chgData name="NISHANT NANASAHEB JAGTAP" userId="ee7e36ae-7531-471f-9344-44e1758b777a" providerId="ADAL" clId="{3BB827B1-449D-4AC6-9166-B72710051B6C}" dt="2025-06-12T07:54:17.191" v="6017" actId="1076"/>
          <ac:picMkLst>
            <pc:docMk/>
            <pc:sldMk cId="3042303437" sldId="268"/>
            <ac:picMk id="22" creationId="{464CE8F1-940E-536B-1C4B-9BFBD7D80F04}"/>
          </ac:picMkLst>
        </pc:picChg>
        <pc:picChg chg="del">
          <ac:chgData name="NISHANT NANASAHEB JAGTAP" userId="ee7e36ae-7531-471f-9344-44e1758b777a" providerId="ADAL" clId="{3BB827B1-449D-4AC6-9166-B72710051B6C}" dt="2025-06-12T07:53:43.529" v="6008" actId="478"/>
          <ac:picMkLst>
            <pc:docMk/>
            <pc:sldMk cId="3042303437" sldId="268"/>
            <ac:picMk id="23" creationId="{9CD92C58-C8EA-4FF6-B842-BADE212FB068}"/>
          </ac:picMkLst>
        </pc:picChg>
        <pc:picChg chg="del">
          <ac:chgData name="NISHANT NANASAHEB JAGTAP" userId="ee7e36ae-7531-471f-9344-44e1758b777a" providerId="ADAL" clId="{3BB827B1-449D-4AC6-9166-B72710051B6C}" dt="2025-06-12T07:53:49.761" v="6009" actId="478"/>
          <ac:picMkLst>
            <pc:docMk/>
            <pc:sldMk cId="3042303437" sldId="268"/>
            <ac:picMk id="27" creationId="{CBB1C682-3939-432C-BC52-7BDA9C855187}"/>
          </ac:picMkLst>
        </pc:picChg>
        <pc:cxnChg chg="add mod">
          <ac:chgData name="NISHANT NANASAHEB JAGTAP" userId="ee7e36ae-7531-471f-9344-44e1758b777a" providerId="ADAL" clId="{3BB827B1-449D-4AC6-9166-B72710051B6C}" dt="2025-06-12T07:53:35.325" v="6007" actId="14100"/>
          <ac:cxnSpMkLst>
            <pc:docMk/>
            <pc:sldMk cId="3042303437" sldId="268"/>
            <ac:cxnSpMk id="8" creationId="{19C0DA39-1535-E0BA-6EAC-4C73D6A4E92C}"/>
          </ac:cxnSpMkLst>
        </pc:cxnChg>
        <pc:cxnChg chg="del">
          <ac:chgData name="NISHANT NANASAHEB JAGTAP" userId="ee7e36ae-7531-471f-9344-44e1758b777a" providerId="ADAL" clId="{3BB827B1-449D-4AC6-9166-B72710051B6C}" dt="2025-06-12T07:52:09.486" v="5990" actId="478"/>
          <ac:cxnSpMkLst>
            <pc:docMk/>
            <pc:sldMk cId="3042303437" sldId="268"/>
            <ac:cxnSpMk id="14" creationId="{1BA3AE31-2F21-D8D5-5F00-5B0307933656}"/>
          </ac:cxnSpMkLst>
        </pc:cxnChg>
        <pc:cxnChg chg="del">
          <ac:chgData name="NISHANT NANASAHEB JAGTAP" userId="ee7e36ae-7531-471f-9344-44e1758b777a" providerId="ADAL" clId="{3BB827B1-449D-4AC6-9166-B72710051B6C}" dt="2025-06-12T07:53:49.761" v="6009" actId="478"/>
          <ac:cxnSpMkLst>
            <pc:docMk/>
            <pc:sldMk cId="3042303437" sldId="268"/>
            <ac:cxnSpMk id="19" creationId="{45E262EF-1CC4-1DA5-3A35-A458461022BE}"/>
          </ac:cxnSpMkLst>
        </pc:cxnChg>
        <pc:cxnChg chg="add mod">
          <ac:chgData name="NISHANT NANASAHEB JAGTAP" userId="ee7e36ae-7531-471f-9344-44e1758b777a" providerId="ADAL" clId="{3BB827B1-449D-4AC6-9166-B72710051B6C}" dt="2025-06-12T07:54:26.740" v="6020" actId="14100"/>
          <ac:cxnSpMkLst>
            <pc:docMk/>
            <pc:sldMk cId="3042303437" sldId="268"/>
            <ac:cxnSpMk id="26" creationId="{E25BAEF7-A29F-7FF4-80CC-E11008C2D1C8}"/>
          </ac:cxnSpMkLst>
        </pc:cxnChg>
      </pc:sldChg>
      <pc:sldChg chg="addSp delSp modSp mod">
        <pc:chgData name="NISHANT NANASAHEB JAGTAP" userId="ee7e36ae-7531-471f-9344-44e1758b777a" providerId="ADAL" clId="{3BB827B1-449D-4AC6-9166-B72710051B6C}" dt="2025-06-12T20:36:07.454" v="8691" actId="1076"/>
        <pc:sldMkLst>
          <pc:docMk/>
          <pc:sldMk cId="2892477438" sldId="269"/>
        </pc:sldMkLst>
        <pc:spChg chg="add mod">
          <ac:chgData name="NISHANT NANASAHEB JAGTAP" userId="ee7e36ae-7531-471f-9344-44e1758b777a" providerId="ADAL" clId="{3BB827B1-449D-4AC6-9166-B72710051B6C}" dt="2025-06-12T20:36:07.454" v="8691" actId="1076"/>
          <ac:spMkLst>
            <pc:docMk/>
            <pc:sldMk cId="2892477438" sldId="269"/>
            <ac:spMk id="8" creationId="{DB70B355-D4E7-E4A4-62C0-968DBD0FBABE}"/>
          </ac:spMkLst>
        </pc:spChg>
        <pc:spChg chg="mod">
          <ac:chgData name="NISHANT NANASAHEB JAGTAP" userId="ee7e36ae-7531-471f-9344-44e1758b777a" providerId="ADAL" clId="{3BB827B1-449D-4AC6-9166-B72710051B6C}" dt="2025-06-12T20:35:45.891" v="8688" actId="20577"/>
          <ac:spMkLst>
            <pc:docMk/>
            <pc:sldMk cId="2892477438" sldId="269"/>
            <ac:spMk id="13" creationId="{84349108-9421-328D-CFE3-FC49B333AA5C}"/>
          </ac:spMkLst>
        </pc:spChg>
        <pc:spChg chg="mod">
          <ac:chgData name="NISHANT NANASAHEB JAGTAP" userId="ee7e36ae-7531-471f-9344-44e1758b777a" providerId="ADAL" clId="{3BB827B1-449D-4AC6-9166-B72710051B6C}" dt="2025-06-12T20:35:48.449" v="8689" actId="20577"/>
          <ac:spMkLst>
            <pc:docMk/>
            <pc:sldMk cId="2892477438" sldId="269"/>
            <ac:spMk id="15" creationId="{ED135592-7340-CAAD-122C-3C02E1D6ABB4}"/>
          </ac:spMkLst>
        </pc:spChg>
        <pc:graphicFrameChg chg="modGraphic">
          <ac:chgData name="NISHANT NANASAHEB JAGTAP" userId="ee7e36ae-7531-471f-9344-44e1758b777a" providerId="ADAL" clId="{3BB827B1-449D-4AC6-9166-B72710051B6C}" dt="2025-06-12T17:49:12.924" v="7097" actId="2711"/>
          <ac:graphicFrameMkLst>
            <pc:docMk/>
            <pc:sldMk cId="2892477438" sldId="269"/>
            <ac:graphicFrameMk id="7" creationId="{C946640F-F88D-9C68-A96D-E8C8CFAB100A}"/>
          </ac:graphicFrameMkLst>
        </pc:graphicFrameChg>
        <pc:picChg chg="add mod">
          <ac:chgData name="NISHANT NANASAHEB JAGTAP" userId="ee7e36ae-7531-471f-9344-44e1758b777a" providerId="ADAL" clId="{3BB827B1-449D-4AC6-9166-B72710051B6C}" dt="2025-06-12T07:51:20.339" v="5984" actId="1076"/>
          <ac:picMkLst>
            <pc:docMk/>
            <pc:sldMk cId="2892477438" sldId="269"/>
            <ac:picMk id="2" creationId="{6B7950E6-710E-8F44-3257-93E637BC1D16}"/>
          </ac:picMkLst>
        </pc:picChg>
        <pc:picChg chg="add mod">
          <ac:chgData name="NISHANT NANASAHEB JAGTAP" userId="ee7e36ae-7531-471f-9344-44e1758b777a" providerId="ADAL" clId="{3BB827B1-449D-4AC6-9166-B72710051B6C}" dt="2025-06-12T07:51:30.018" v="5987" actId="1076"/>
          <ac:picMkLst>
            <pc:docMk/>
            <pc:sldMk cId="2892477438" sldId="269"/>
            <ac:picMk id="3" creationId="{C8E2DCCA-200B-65CD-ACE0-FB73E01E4763}"/>
          </ac:picMkLst>
        </pc:picChg>
        <pc:picChg chg="del">
          <ac:chgData name="NISHANT NANASAHEB JAGTAP" userId="ee7e36ae-7531-471f-9344-44e1758b777a" providerId="ADAL" clId="{3BB827B1-449D-4AC6-9166-B72710051B6C}" dt="2025-06-12T07:51:05.665" v="5982" actId="478"/>
          <ac:picMkLst>
            <pc:docMk/>
            <pc:sldMk cId="2892477438" sldId="269"/>
            <ac:picMk id="10" creationId="{12819506-C012-615E-5CB9-558A545CBB2B}"/>
          </ac:picMkLst>
        </pc:picChg>
        <pc:picChg chg="del">
          <ac:chgData name="NISHANT NANASAHEB JAGTAP" userId="ee7e36ae-7531-471f-9344-44e1758b777a" providerId="ADAL" clId="{3BB827B1-449D-4AC6-9166-B72710051B6C}" dt="2025-06-12T07:51:25.832" v="5985" actId="478"/>
          <ac:picMkLst>
            <pc:docMk/>
            <pc:sldMk cId="2892477438" sldId="269"/>
            <ac:picMk id="11" creationId="{0E9651CA-417D-8528-F8EB-A693525C3043}"/>
          </ac:picMkLst>
        </pc:picChg>
      </pc:sldChg>
      <pc:sldChg chg="del">
        <pc:chgData name="NISHANT NANASAHEB JAGTAP" userId="ee7e36ae-7531-471f-9344-44e1758b777a" providerId="ADAL" clId="{3BB827B1-449D-4AC6-9166-B72710051B6C}" dt="2025-06-12T07:48:48.615" v="5981" actId="47"/>
        <pc:sldMkLst>
          <pc:docMk/>
          <pc:sldMk cId="1103000736" sldId="271"/>
        </pc:sldMkLst>
      </pc:sldChg>
      <pc:sldChg chg="modSp mod ord">
        <pc:chgData name="NISHANT NANASAHEB JAGTAP" userId="ee7e36ae-7531-471f-9344-44e1758b777a" providerId="ADAL" clId="{3BB827B1-449D-4AC6-9166-B72710051B6C}" dt="2025-06-13T03:53:45.899" v="10026" actId="20577"/>
        <pc:sldMkLst>
          <pc:docMk/>
          <pc:sldMk cId="2144311553" sldId="272"/>
        </pc:sldMkLst>
        <pc:spChg chg="mod">
          <ac:chgData name="NISHANT NANASAHEB JAGTAP" userId="ee7e36ae-7531-471f-9344-44e1758b777a" providerId="ADAL" clId="{3BB827B1-449D-4AC6-9166-B72710051B6C}" dt="2025-06-13T03:53:45.899" v="10026" actId="20577"/>
          <ac:spMkLst>
            <pc:docMk/>
            <pc:sldMk cId="2144311553" sldId="272"/>
            <ac:spMk id="3" creationId="{40A3DEA5-7375-6AB4-21F8-F4D6AD55980F}"/>
          </ac:spMkLst>
        </pc:spChg>
        <pc:spChg chg="mod">
          <ac:chgData name="NISHANT NANASAHEB JAGTAP" userId="ee7e36ae-7531-471f-9344-44e1758b777a" providerId="ADAL" clId="{3BB827B1-449D-4AC6-9166-B72710051B6C}" dt="2025-06-12T17:33:44.077" v="7033" actId="2711"/>
          <ac:spMkLst>
            <pc:docMk/>
            <pc:sldMk cId="2144311553" sldId="272"/>
            <ac:spMk id="7" creationId="{6D0D079D-8484-4C11-8BEF-77AE09604557}"/>
          </ac:spMkLst>
        </pc:spChg>
      </pc:sldChg>
      <pc:sldChg chg="del">
        <pc:chgData name="NISHANT NANASAHEB JAGTAP" userId="ee7e36ae-7531-471f-9344-44e1758b777a" providerId="ADAL" clId="{3BB827B1-449D-4AC6-9166-B72710051B6C}" dt="2025-06-12T07:48:48.615" v="5981" actId="47"/>
        <pc:sldMkLst>
          <pc:docMk/>
          <pc:sldMk cId="788802955" sldId="277"/>
        </pc:sldMkLst>
      </pc:sldChg>
      <pc:sldChg chg="modSp del mod">
        <pc:chgData name="NISHANT NANASAHEB JAGTAP" userId="ee7e36ae-7531-471f-9344-44e1758b777a" providerId="ADAL" clId="{3BB827B1-449D-4AC6-9166-B72710051B6C}" dt="2025-06-12T19:25:36.561" v="7878" actId="47"/>
        <pc:sldMkLst>
          <pc:docMk/>
          <pc:sldMk cId="1055634839" sldId="278"/>
        </pc:sldMkLst>
        <pc:picChg chg="mod modCrop">
          <ac:chgData name="NISHANT NANASAHEB JAGTAP" userId="ee7e36ae-7531-471f-9344-44e1758b777a" providerId="ADAL" clId="{3BB827B1-449D-4AC6-9166-B72710051B6C}" dt="2025-06-12T19:13:45.590" v="7789" actId="1076"/>
          <ac:picMkLst>
            <pc:docMk/>
            <pc:sldMk cId="1055634839" sldId="278"/>
            <ac:picMk id="8" creationId="{D1DD76E6-0C95-E46A-C131-171FCD4C66F1}"/>
          </ac:picMkLst>
        </pc:picChg>
      </pc:sldChg>
      <pc:sldChg chg="add">
        <pc:chgData name="NISHANT NANASAHEB JAGTAP" userId="ee7e36ae-7531-471f-9344-44e1758b777a" providerId="ADAL" clId="{3BB827B1-449D-4AC6-9166-B72710051B6C}" dt="2025-06-12T07:47:54.648" v="5978"/>
        <pc:sldMkLst>
          <pc:docMk/>
          <pc:sldMk cId="281784692" sldId="279"/>
        </pc:sldMkLst>
      </pc:sldChg>
      <pc:sldChg chg="del">
        <pc:chgData name="NISHANT NANASAHEB JAGTAP" userId="ee7e36ae-7531-471f-9344-44e1758b777a" providerId="ADAL" clId="{3BB827B1-449D-4AC6-9166-B72710051B6C}" dt="2025-06-12T07:47:50.075" v="5977" actId="2696"/>
        <pc:sldMkLst>
          <pc:docMk/>
          <pc:sldMk cId="450170467" sldId="279"/>
        </pc:sldMkLst>
      </pc:sldChg>
      <pc:sldChg chg="del">
        <pc:chgData name="NISHANT NANASAHEB JAGTAP" userId="ee7e36ae-7531-471f-9344-44e1758b777a" providerId="ADAL" clId="{3BB827B1-449D-4AC6-9166-B72710051B6C}" dt="2025-06-12T07:47:50.075" v="5977" actId="2696"/>
        <pc:sldMkLst>
          <pc:docMk/>
          <pc:sldMk cId="2820609277" sldId="280"/>
        </pc:sldMkLst>
      </pc:sldChg>
      <pc:sldChg chg="add">
        <pc:chgData name="NISHANT NANASAHEB JAGTAP" userId="ee7e36ae-7531-471f-9344-44e1758b777a" providerId="ADAL" clId="{3BB827B1-449D-4AC6-9166-B72710051B6C}" dt="2025-06-12T07:47:54.648" v="5978"/>
        <pc:sldMkLst>
          <pc:docMk/>
          <pc:sldMk cId="4044478696" sldId="280"/>
        </pc:sldMkLst>
      </pc:sldChg>
      <pc:sldChg chg="modSp mod">
        <pc:chgData name="NISHANT NANASAHEB JAGTAP" userId="ee7e36ae-7531-471f-9344-44e1758b777a" providerId="ADAL" clId="{3BB827B1-449D-4AC6-9166-B72710051B6C}" dt="2025-06-12T20:31:37.300" v="8651" actId="20577"/>
        <pc:sldMkLst>
          <pc:docMk/>
          <pc:sldMk cId="1294184753" sldId="282"/>
        </pc:sldMkLst>
        <pc:spChg chg="mod">
          <ac:chgData name="NISHANT NANASAHEB JAGTAP" userId="ee7e36ae-7531-471f-9344-44e1758b777a" providerId="ADAL" clId="{3BB827B1-449D-4AC6-9166-B72710051B6C}" dt="2025-06-12T20:31:35.487" v="8649" actId="20577"/>
          <ac:spMkLst>
            <pc:docMk/>
            <pc:sldMk cId="1294184753" sldId="282"/>
            <ac:spMk id="3" creationId="{74D32925-98C8-429F-B428-CDB824A3507F}"/>
          </ac:spMkLst>
        </pc:spChg>
        <pc:spChg chg="mod">
          <ac:chgData name="NISHANT NANASAHEB JAGTAP" userId="ee7e36ae-7531-471f-9344-44e1758b777a" providerId="ADAL" clId="{3BB827B1-449D-4AC6-9166-B72710051B6C}" dt="2025-06-12T20:31:37.300" v="8651" actId="20577"/>
          <ac:spMkLst>
            <pc:docMk/>
            <pc:sldMk cId="1294184753" sldId="282"/>
            <ac:spMk id="25" creationId="{E33DE35D-A52A-58F3-217C-4B526C9A76DD}"/>
          </ac:spMkLst>
        </pc:spChg>
      </pc:sldChg>
      <pc:sldChg chg="modSp mod">
        <pc:chgData name="NISHANT NANASAHEB JAGTAP" userId="ee7e36ae-7531-471f-9344-44e1758b777a" providerId="ADAL" clId="{3BB827B1-449D-4AC6-9166-B72710051B6C}" dt="2025-06-12T20:34:58.309" v="8684" actId="20577"/>
        <pc:sldMkLst>
          <pc:docMk/>
          <pc:sldMk cId="3765724555" sldId="283"/>
        </pc:sldMkLst>
        <pc:spChg chg="mod">
          <ac:chgData name="NISHANT NANASAHEB JAGTAP" userId="ee7e36ae-7531-471f-9344-44e1758b777a" providerId="ADAL" clId="{3BB827B1-449D-4AC6-9166-B72710051B6C}" dt="2025-06-12T20:32:09.290" v="8661" actId="1076"/>
          <ac:spMkLst>
            <pc:docMk/>
            <pc:sldMk cId="3765724555" sldId="283"/>
            <ac:spMk id="13" creationId="{139F7BEC-5D28-44D9-A592-6912B2F0753D}"/>
          </ac:spMkLst>
        </pc:spChg>
        <pc:spChg chg="mod">
          <ac:chgData name="NISHANT NANASAHEB JAGTAP" userId="ee7e36ae-7531-471f-9344-44e1758b777a" providerId="ADAL" clId="{3BB827B1-449D-4AC6-9166-B72710051B6C}" dt="2025-06-12T20:34:58.309" v="8684" actId="20577"/>
          <ac:spMkLst>
            <pc:docMk/>
            <pc:sldMk cId="3765724555" sldId="283"/>
            <ac:spMk id="16" creationId="{DA8F2C04-5C85-4E7E-A212-F4F95B6C7196}"/>
          </ac:spMkLst>
        </pc:spChg>
      </pc:sldChg>
      <pc:sldChg chg="modSp mod">
        <pc:chgData name="NISHANT NANASAHEB JAGTAP" userId="ee7e36ae-7531-471f-9344-44e1758b777a" providerId="ADAL" clId="{3BB827B1-449D-4AC6-9166-B72710051B6C}" dt="2025-06-12T22:11:23.327" v="10012" actId="1076"/>
        <pc:sldMkLst>
          <pc:docMk/>
          <pc:sldMk cId="3861065154" sldId="284"/>
        </pc:sldMkLst>
        <pc:spChg chg="mod">
          <ac:chgData name="NISHANT NANASAHEB JAGTAP" userId="ee7e36ae-7531-471f-9344-44e1758b777a" providerId="ADAL" clId="{3BB827B1-449D-4AC6-9166-B72710051B6C}" dt="2025-06-12T22:11:23.327" v="10012" actId="1076"/>
          <ac:spMkLst>
            <pc:docMk/>
            <pc:sldMk cId="3861065154" sldId="284"/>
            <ac:spMk id="12" creationId="{83B38BFA-E6C3-9C5E-8CF3-71A6F08E5573}"/>
          </ac:spMkLst>
        </pc:spChg>
      </pc:sldChg>
      <pc:sldChg chg="modSp mod">
        <pc:chgData name="NISHANT NANASAHEB JAGTAP" userId="ee7e36ae-7531-471f-9344-44e1758b777a" providerId="ADAL" clId="{3BB827B1-449D-4AC6-9166-B72710051B6C}" dt="2025-06-12T20:33:51.497" v="8673" actId="1076"/>
        <pc:sldMkLst>
          <pc:docMk/>
          <pc:sldMk cId="1220670583" sldId="285"/>
        </pc:sldMkLst>
        <pc:spChg chg="mod">
          <ac:chgData name="NISHANT NANASAHEB JAGTAP" userId="ee7e36ae-7531-471f-9344-44e1758b777a" providerId="ADAL" clId="{3BB827B1-449D-4AC6-9166-B72710051B6C}" dt="2025-06-12T19:31:13.219" v="7937" actId="1076"/>
          <ac:spMkLst>
            <pc:docMk/>
            <pc:sldMk cId="1220670583" sldId="285"/>
            <ac:spMk id="3" creationId="{F30B8269-6EC3-63A1-8CDE-FAD72A1A99C3}"/>
          </ac:spMkLst>
        </pc:spChg>
        <pc:spChg chg="mod">
          <ac:chgData name="NISHANT NANASAHEB JAGTAP" userId="ee7e36ae-7531-471f-9344-44e1758b777a" providerId="ADAL" clId="{3BB827B1-449D-4AC6-9166-B72710051B6C}" dt="2025-06-12T20:33:47.882" v="8672" actId="1076"/>
          <ac:spMkLst>
            <pc:docMk/>
            <pc:sldMk cId="1220670583" sldId="285"/>
            <ac:spMk id="11" creationId="{BEE74876-C92D-F8C2-E962-FF7A0431ACB1}"/>
          </ac:spMkLst>
        </pc:spChg>
        <pc:spChg chg="mod">
          <ac:chgData name="NISHANT NANASAHEB JAGTAP" userId="ee7e36ae-7531-471f-9344-44e1758b777a" providerId="ADAL" clId="{3BB827B1-449D-4AC6-9166-B72710051B6C}" dt="2025-06-12T20:33:30.717" v="8668" actId="1076"/>
          <ac:spMkLst>
            <pc:docMk/>
            <pc:sldMk cId="1220670583" sldId="285"/>
            <ac:spMk id="12" creationId="{F162018B-DAAD-4DD5-947E-0CC0B47C5F4D}"/>
          </ac:spMkLst>
        </pc:spChg>
        <pc:spChg chg="mod">
          <ac:chgData name="NISHANT NANASAHEB JAGTAP" userId="ee7e36ae-7531-471f-9344-44e1758b777a" providerId="ADAL" clId="{3BB827B1-449D-4AC6-9166-B72710051B6C}" dt="2025-06-12T20:33:51.497" v="8673" actId="1076"/>
          <ac:spMkLst>
            <pc:docMk/>
            <pc:sldMk cId="1220670583" sldId="285"/>
            <ac:spMk id="13" creationId="{99B92258-2911-70F3-EE69-83B70C5DF779}"/>
          </ac:spMkLst>
        </pc:spChg>
        <pc:spChg chg="mod">
          <ac:chgData name="NISHANT NANASAHEB JAGTAP" userId="ee7e36ae-7531-471f-9344-44e1758b777a" providerId="ADAL" clId="{3BB827B1-449D-4AC6-9166-B72710051B6C}" dt="2025-06-12T20:33:43.226" v="8671" actId="1076"/>
          <ac:spMkLst>
            <pc:docMk/>
            <pc:sldMk cId="1220670583" sldId="285"/>
            <ac:spMk id="14" creationId="{03069850-71E7-4EC8-BC5B-6FC45C6D5C30}"/>
          </ac:spMkLst>
        </pc:spChg>
      </pc:sldChg>
      <pc:sldChg chg="add">
        <pc:chgData name="NISHANT NANASAHEB JAGTAP" userId="ee7e36ae-7531-471f-9344-44e1758b777a" providerId="ADAL" clId="{3BB827B1-449D-4AC6-9166-B72710051B6C}" dt="2025-06-12T07:48:21.857" v="5980"/>
        <pc:sldMkLst>
          <pc:docMk/>
          <pc:sldMk cId="327052036" sldId="286"/>
        </pc:sldMkLst>
      </pc:sldChg>
      <pc:sldChg chg="del">
        <pc:chgData name="NISHANT NANASAHEB JAGTAP" userId="ee7e36ae-7531-471f-9344-44e1758b777a" providerId="ADAL" clId="{3BB827B1-449D-4AC6-9166-B72710051B6C}" dt="2025-06-12T07:48:18.694" v="5979" actId="2696"/>
        <pc:sldMkLst>
          <pc:docMk/>
          <pc:sldMk cId="3266721481" sldId="286"/>
        </pc:sldMkLst>
      </pc:sldChg>
      <pc:sldChg chg="del">
        <pc:chgData name="NISHANT NANASAHEB JAGTAP" userId="ee7e36ae-7531-471f-9344-44e1758b777a" providerId="ADAL" clId="{3BB827B1-449D-4AC6-9166-B72710051B6C}" dt="2025-06-12T07:48:18.694" v="5979" actId="2696"/>
        <pc:sldMkLst>
          <pc:docMk/>
          <pc:sldMk cId="668940085" sldId="288"/>
        </pc:sldMkLst>
      </pc:sldChg>
      <pc:sldChg chg="add">
        <pc:chgData name="NISHANT NANASAHEB JAGTAP" userId="ee7e36ae-7531-471f-9344-44e1758b777a" providerId="ADAL" clId="{3BB827B1-449D-4AC6-9166-B72710051B6C}" dt="2025-06-12T07:48:21.857" v="5980"/>
        <pc:sldMkLst>
          <pc:docMk/>
          <pc:sldMk cId="3223361192" sldId="288"/>
        </pc:sldMkLst>
      </pc:sldChg>
      <pc:sldChg chg="del">
        <pc:chgData name="NISHANT NANASAHEB JAGTAP" userId="ee7e36ae-7531-471f-9344-44e1758b777a" providerId="ADAL" clId="{3BB827B1-449D-4AC6-9166-B72710051B6C}" dt="2025-06-12T07:48:18.694" v="5979" actId="2696"/>
        <pc:sldMkLst>
          <pc:docMk/>
          <pc:sldMk cId="3437648832" sldId="289"/>
        </pc:sldMkLst>
      </pc:sldChg>
      <pc:sldChg chg="add">
        <pc:chgData name="NISHANT NANASAHEB JAGTAP" userId="ee7e36ae-7531-471f-9344-44e1758b777a" providerId="ADAL" clId="{3BB827B1-449D-4AC6-9166-B72710051B6C}" dt="2025-06-12T07:48:21.857" v="5980"/>
        <pc:sldMkLst>
          <pc:docMk/>
          <pc:sldMk cId="4170051918" sldId="289"/>
        </pc:sldMkLst>
      </pc:sldChg>
      <pc:sldChg chg="addSp modSp mod ord">
        <pc:chgData name="NISHANT NANASAHEB JAGTAP" userId="ee7e36ae-7531-471f-9344-44e1758b777a" providerId="ADAL" clId="{3BB827B1-449D-4AC6-9166-B72710051B6C}" dt="2025-06-12T19:29:29.978" v="7912" actId="1076"/>
        <pc:sldMkLst>
          <pc:docMk/>
          <pc:sldMk cId="2002830293" sldId="290"/>
        </pc:sldMkLst>
        <pc:spChg chg="add">
          <ac:chgData name="NISHANT NANASAHEB JAGTAP" userId="ee7e36ae-7531-471f-9344-44e1758b777a" providerId="ADAL" clId="{3BB827B1-449D-4AC6-9166-B72710051B6C}" dt="2025-06-12T19:29:07.059" v="7891" actId="11529"/>
          <ac:spMkLst>
            <pc:docMk/>
            <pc:sldMk cId="2002830293" sldId="290"/>
            <ac:spMk id="9" creationId="{E4611954-4448-8C44-D9AD-EF22CBEF8A8B}"/>
          </ac:spMkLst>
        </pc:spChg>
        <pc:spChg chg="add mod">
          <ac:chgData name="NISHANT NANASAHEB JAGTAP" userId="ee7e36ae-7531-471f-9344-44e1758b777a" providerId="ADAL" clId="{3BB827B1-449D-4AC6-9166-B72710051B6C}" dt="2025-06-12T19:29:29.978" v="7912" actId="1076"/>
          <ac:spMkLst>
            <pc:docMk/>
            <pc:sldMk cId="2002830293" sldId="290"/>
            <ac:spMk id="10" creationId="{3EBCFEF3-EAE6-D297-AD79-5253B5882792}"/>
          </ac:spMkLst>
        </pc:spChg>
        <pc:graphicFrameChg chg="add mod modGraphic">
          <ac:chgData name="NISHANT NANASAHEB JAGTAP" userId="ee7e36ae-7531-471f-9344-44e1758b777a" providerId="ADAL" clId="{3BB827B1-449D-4AC6-9166-B72710051B6C}" dt="2025-06-12T19:28:41.541" v="7890" actId="1076"/>
          <ac:graphicFrameMkLst>
            <pc:docMk/>
            <pc:sldMk cId="2002830293" sldId="290"/>
            <ac:graphicFrameMk id="3" creationId="{8374E779-E566-CAAE-E35A-974C1327175D}"/>
          </ac:graphicFrameMkLst>
        </pc:graphicFrameChg>
        <pc:graphicFrameChg chg="mod modGraphic">
          <ac:chgData name="NISHANT NANASAHEB JAGTAP" userId="ee7e36ae-7531-471f-9344-44e1758b777a" providerId="ADAL" clId="{3BB827B1-449D-4AC6-9166-B72710051B6C}" dt="2025-06-12T19:28:25.253" v="7884" actId="14100"/>
          <ac:graphicFrameMkLst>
            <pc:docMk/>
            <pc:sldMk cId="2002830293" sldId="290"/>
            <ac:graphicFrameMk id="7" creationId="{D83E1904-BE6D-7C0E-138D-14B5B12D428B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2T19:28:28.363" v="7885" actId="1076"/>
          <ac:graphicFrameMkLst>
            <pc:docMk/>
            <pc:sldMk cId="2002830293" sldId="290"/>
            <ac:graphicFrameMk id="8" creationId="{40D7C5AB-6AED-0565-45F3-0296ADC68B56}"/>
          </ac:graphicFrameMkLst>
        </pc:graphicFrameChg>
      </pc:sldChg>
      <pc:sldChg chg="add">
        <pc:chgData name="NISHANT NANASAHEB JAGTAP" userId="ee7e36ae-7531-471f-9344-44e1758b777a" providerId="ADAL" clId="{3BB827B1-449D-4AC6-9166-B72710051B6C}" dt="2025-06-12T07:47:54.648" v="5978"/>
        <pc:sldMkLst>
          <pc:docMk/>
          <pc:sldMk cId="312050974" sldId="292"/>
        </pc:sldMkLst>
      </pc:sldChg>
      <pc:sldChg chg="del">
        <pc:chgData name="NISHANT NANASAHEB JAGTAP" userId="ee7e36ae-7531-471f-9344-44e1758b777a" providerId="ADAL" clId="{3BB827B1-449D-4AC6-9166-B72710051B6C}" dt="2025-06-12T07:47:50.075" v="5977" actId="2696"/>
        <pc:sldMkLst>
          <pc:docMk/>
          <pc:sldMk cId="1087707103" sldId="292"/>
        </pc:sldMkLst>
      </pc:sldChg>
      <pc:sldChg chg="modSp mod">
        <pc:chgData name="NISHANT NANASAHEB JAGTAP" userId="ee7e36ae-7531-471f-9344-44e1758b777a" providerId="ADAL" clId="{3BB827B1-449D-4AC6-9166-B72710051B6C}" dt="2025-06-12T17:33:33.117" v="7032" actId="27636"/>
        <pc:sldMkLst>
          <pc:docMk/>
          <pc:sldMk cId="2867320389" sldId="293"/>
        </pc:sldMkLst>
        <pc:spChg chg="mod">
          <ac:chgData name="NISHANT NANASAHEB JAGTAP" userId="ee7e36ae-7531-471f-9344-44e1758b777a" providerId="ADAL" clId="{3BB827B1-449D-4AC6-9166-B72710051B6C}" dt="2025-06-12T17:33:33.117" v="7032" actId="27636"/>
          <ac:spMkLst>
            <pc:docMk/>
            <pc:sldMk cId="2867320389" sldId="293"/>
            <ac:spMk id="3" creationId="{6A9893F2-6CDF-49C9-85B4-95CCA6C6285E}"/>
          </ac:spMkLst>
        </pc:spChg>
      </pc:sldChg>
      <pc:sldChg chg="addSp delSp modSp new mod">
        <pc:chgData name="NISHANT NANASAHEB JAGTAP" userId="ee7e36ae-7531-471f-9344-44e1758b777a" providerId="ADAL" clId="{3BB827B1-449D-4AC6-9166-B72710051B6C}" dt="2025-06-13T08:26:12.807" v="10027" actId="2711"/>
        <pc:sldMkLst>
          <pc:docMk/>
          <pc:sldMk cId="2105510074" sldId="294"/>
        </pc:sldMkLst>
        <pc:spChg chg="mod">
          <ac:chgData name="NISHANT NANASAHEB JAGTAP" userId="ee7e36ae-7531-471f-9344-44e1758b777a" providerId="ADAL" clId="{3BB827B1-449D-4AC6-9166-B72710051B6C}" dt="2025-06-12T19:32:23.543" v="7943" actId="14100"/>
          <ac:spMkLst>
            <pc:docMk/>
            <pc:sldMk cId="2105510074" sldId="294"/>
            <ac:spMk id="2" creationId="{9A44BEE7-1C14-B0C5-99C9-66FFD5091243}"/>
          </ac:spMkLst>
        </pc:spChg>
        <pc:spChg chg="del mod">
          <ac:chgData name="NISHANT NANASAHEB JAGTAP" userId="ee7e36ae-7531-471f-9344-44e1758b777a" providerId="ADAL" clId="{3BB827B1-449D-4AC6-9166-B72710051B6C}" dt="2025-06-12T19:32:05.977" v="7938" actId="478"/>
          <ac:spMkLst>
            <pc:docMk/>
            <pc:sldMk cId="2105510074" sldId="294"/>
            <ac:spMk id="3" creationId="{1BC688C2-6055-16CE-811D-DC18F1AC022F}"/>
          </ac:spMkLst>
        </pc:spChg>
        <pc:spChg chg="add del mod">
          <ac:chgData name="NISHANT NANASAHEB JAGTAP" userId="ee7e36ae-7531-471f-9344-44e1758b777a" providerId="ADAL" clId="{3BB827B1-449D-4AC6-9166-B72710051B6C}" dt="2025-06-12T19:32:07.480" v="7939" actId="478"/>
          <ac:spMkLst>
            <pc:docMk/>
            <pc:sldMk cId="2105510074" sldId="294"/>
            <ac:spMk id="9" creationId="{5F4E2931-398A-F8AE-1FBB-F6C7D5758663}"/>
          </ac:spMkLst>
        </pc:spChg>
        <pc:spChg chg="add mod">
          <ac:chgData name="NISHANT NANASAHEB JAGTAP" userId="ee7e36ae-7531-471f-9344-44e1758b777a" providerId="ADAL" clId="{3BB827B1-449D-4AC6-9166-B72710051B6C}" dt="2025-06-12T19:34:46.961" v="7950" actId="1076"/>
          <ac:spMkLst>
            <pc:docMk/>
            <pc:sldMk cId="2105510074" sldId="294"/>
            <ac:spMk id="10" creationId="{1ADEEBAB-E07B-4DDF-A260-071F119665AA}"/>
          </ac:spMkLst>
        </pc:spChg>
        <pc:spChg chg="add mod">
          <ac:chgData name="NISHANT NANASAHEB JAGTAP" userId="ee7e36ae-7531-471f-9344-44e1758b777a" providerId="ADAL" clId="{3BB827B1-449D-4AC6-9166-B72710051B6C}" dt="2025-06-12T19:35:04.041" v="7954" actId="1076"/>
          <ac:spMkLst>
            <pc:docMk/>
            <pc:sldMk cId="2105510074" sldId="294"/>
            <ac:spMk id="11" creationId="{700DF7E4-3E95-7224-C94D-4B261A35A848}"/>
          </ac:spMkLst>
        </pc:spChg>
        <pc:spChg chg="add mod">
          <ac:chgData name="NISHANT NANASAHEB JAGTAP" userId="ee7e36ae-7531-471f-9344-44e1758b777a" providerId="ADAL" clId="{3BB827B1-449D-4AC6-9166-B72710051B6C}" dt="2025-06-12T19:36:32.577" v="8009" actId="1076"/>
          <ac:spMkLst>
            <pc:docMk/>
            <pc:sldMk cId="2105510074" sldId="294"/>
            <ac:spMk id="12" creationId="{532C3F83-AE34-418F-FAB4-8096BB89F2AF}"/>
          </ac:spMkLst>
        </pc:spChg>
        <pc:spChg chg="add mod">
          <ac:chgData name="NISHANT NANASAHEB JAGTAP" userId="ee7e36ae-7531-471f-9344-44e1758b777a" providerId="ADAL" clId="{3BB827B1-449D-4AC6-9166-B72710051B6C}" dt="2025-06-12T19:36:29.372" v="8008" actId="1076"/>
          <ac:spMkLst>
            <pc:docMk/>
            <pc:sldMk cId="2105510074" sldId="294"/>
            <ac:spMk id="13" creationId="{4B4F47F5-78D2-F036-5263-5A1F20C5C055}"/>
          </ac:spMkLst>
        </pc:spChg>
        <pc:spChg chg="add mod">
          <ac:chgData name="NISHANT NANASAHEB JAGTAP" userId="ee7e36ae-7531-471f-9344-44e1758b777a" providerId="ADAL" clId="{3BB827B1-449D-4AC6-9166-B72710051B6C}" dt="2025-06-12T19:39:08.093" v="8104" actId="1076"/>
          <ac:spMkLst>
            <pc:docMk/>
            <pc:sldMk cId="2105510074" sldId="294"/>
            <ac:spMk id="14" creationId="{311EC7D0-3BE7-F095-9C7B-B533970CBFB9}"/>
          </ac:spMkLst>
        </pc:spChg>
        <pc:spChg chg="add mod">
          <ac:chgData name="NISHANT NANASAHEB JAGTAP" userId="ee7e36ae-7531-471f-9344-44e1758b777a" providerId="ADAL" clId="{3BB827B1-449D-4AC6-9166-B72710051B6C}" dt="2025-06-12T19:39:14.559" v="8106" actId="1076"/>
          <ac:spMkLst>
            <pc:docMk/>
            <pc:sldMk cId="2105510074" sldId="294"/>
            <ac:spMk id="15" creationId="{9B43366E-B28A-7238-6CE3-87A170C9327B}"/>
          </ac:spMkLst>
        </pc:spChg>
        <pc:spChg chg="add mod">
          <ac:chgData name="NISHANT NANASAHEB JAGTAP" userId="ee7e36ae-7531-471f-9344-44e1758b777a" providerId="ADAL" clId="{3BB827B1-449D-4AC6-9166-B72710051B6C}" dt="2025-06-12T19:39:24.433" v="8116" actId="1038"/>
          <ac:spMkLst>
            <pc:docMk/>
            <pc:sldMk cId="2105510074" sldId="294"/>
            <ac:spMk id="16" creationId="{61752073-E65A-DD3A-40D8-2F771D456988}"/>
          </ac:spMkLst>
        </pc:spChg>
        <pc:graphicFrameChg chg="add mod modGraphic">
          <ac:chgData name="NISHANT NANASAHEB JAGTAP" userId="ee7e36ae-7531-471f-9344-44e1758b777a" providerId="ADAL" clId="{3BB827B1-449D-4AC6-9166-B72710051B6C}" dt="2025-06-13T08:26:12.807" v="10027" actId="2711"/>
          <ac:graphicFrameMkLst>
            <pc:docMk/>
            <pc:sldMk cId="2105510074" sldId="294"/>
            <ac:graphicFrameMk id="7" creationId="{53B9C322-4B85-E969-B2CA-CB03D55E5EF3}"/>
          </ac:graphicFrameMkLst>
        </pc:graphicFrameChg>
      </pc:sldChg>
      <pc:sldChg chg="addSp delSp modSp new mod">
        <pc:chgData name="NISHANT NANASAHEB JAGTAP" userId="ee7e36ae-7531-471f-9344-44e1758b777a" providerId="ADAL" clId="{3BB827B1-449D-4AC6-9166-B72710051B6C}" dt="2025-06-12T20:37:19.749" v="8721" actId="20577"/>
        <pc:sldMkLst>
          <pc:docMk/>
          <pc:sldMk cId="1346189235" sldId="295"/>
        </pc:sldMkLst>
        <pc:spChg chg="mod">
          <ac:chgData name="NISHANT NANASAHEB JAGTAP" userId="ee7e36ae-7531-471f-9344-44e1758b777a" providerId="ADAL" clId="{3BB827B1-449D-4AC6-9166-B72710051B6C}" dt="2025-06-12T17:56:36.358" v="7167" actId="108"/>
          <ac:spMkLst>
            <pc:docMk/>
            <pc:sldMk cId="1346189235" sldId="295"/>
            <ac:spMk id="2" creationId="{0223D5DA-2FBD-1DE0-7E79-F34E362B0215}"/>
          </ac:spMkLst>
        </pc:spChg>
        <pc:spChg chg="mod">
          <ac:chgData name="NISHANT NANASAHEB JAGTAP" userId="ee7e36ae-7531-471f-9344-44e1758b777a" providerId="ADAL" clId="{3BB827B1-449D-4AC6-9166-B72710051B6C}" dt="2025-06-12T19:52:49.093" v="8128" actId="14100"/>
          <ac:spMkLst>
            <pc:docMk/>
            <pc:sldMk cId="1346189235" sldId="295"/>
            <ac:spMk id="3" creationId="{9845D973-4E0B-DD70-E035-E184A634828B}"/>
          </ac:spMkLst>
        </pc:spChg>
        <pc:spChg chg="add mod">
          <ac:chgData name="NISHANT NANASAHEB JAGTAP" userId="ee7e36ae-7531-471f-9344-44e1758b777a" providerId="ADAL" clId="{3BB827B1-449D-4AC6-9166-B72710051B6C}" dt="2025-06-12T20:37:19.749" v="8721" actId="20577"/>
          <ac:spMkLst>
            <pc:docMk/>
            <pc:sldMk cId="1346189235" sldId="295"/>
            <ac:spMk id="9" creationId="{48A9C16C-19F6-E1D7-E63A-5A8BE0C5D88D}"/>
          </ac:spMkLst>
        </pc:spChg>
        <pc:picChg chg="add mod modCrop">
          <ac:chgData name="NISHANT NANASAHEB JAGTAP" userId="ee7e36ae-7531-471f-9344-44e1758b777a" providerId="ADAL" clId="{3BB827B1-449D-4AC6-9166-B72710051B6C}" dt="2025-06-12T19:52:08.138" v="8124" actId="1076"/>
          <ac:picMkLst>
            <pc:docMk/>
            <pc:sldMk cId="1346189235" sldId="295"/>
            <ac:picMk id="8" creationId="{1EE4C98E-468A-01B2-2F38-2CE25844728C}"/>
          </ac:picMkLst>
        </pc:picChg>
      </pc:sldChg>
      <pc:sldChg chg="addSp delSp modSp new mod">
        <pc:chgData name="NISHANT NANASAHEB JAGTAP" userId="ee7e36ae-7531-471f-9344-44e1758b777a" providerId="ADAL" clId="{3BB827B1-449D-4AC6-9166-B72710051B6C}" dt="2025-06-12T21:30:58.582" v="9579" actId="20577"/>
        <pc:sldMkLst>
          <pc:docMk/>
          <pc:sldMk cId="1442012941" sldId="296"/>
        </pc:sldMkLst>
        <pc:spChg chg="mod">
          <ac:chgData name="NISHANT NANASAHEB JAGTAP" userId="ee7e36ae-7531-471f-9344-44e1758b777a" providerId="ADAL" clId="{3BB827B1-449D-4AC6-9166-B72710051B6C}" dt="2025-06-12T17:56:49.988" v="7168" actId="108"/>
          <ac:spMkLst>
            <pc:docMk/>
            <pc:sldMk cId="1442012941" sldId="296"/>
            <ac:spMk id="2" creationId="{E7CEF2B3-D46C-82A1-B76E-84417C40DD24}"/>
          </ac:spMkLst>
        </pc:spChg>
        <pc:spChg chg="mod">
          <ac:chgData name="NISHANT NANASAHEB JAGTAP" userId="ee7e36ae-7531-471f-9344-44e1758b777a" providerId="ADAL" clId="{3BB827B1-449D-4AC6-9166-B72710051B6C}" dt="2025-06-12T19:55:14.721" v="8143" actId="1076"/>
          <ac:spMkLst>
            <pc:docMk/>
            <pc:sldMk cId="1442012941" sldId="296"/>
            <ac:spMk id="3" creationId="{9323DC94-DE51-834C-53F7-0F929732C0A5}"/>
          </ac:spMkLst>
        </pc:spChg>
        <pc:spChg chg="mod">
          <ac:chgData name="NISHANT NANASAHEB JAGTAP" userId="ee7e36ae-7531-471f-9344-44e1758b777a" providerId="ADAL" clId="{3BB827B1-449D-4AC6-9166-B72710051B6C}" dt="2025-06-11T15:51:32.271" v="2182" actId="14100"/>
          <ac:spMkLst>
            <pc:docMk/>
            <pc:sldMk cId="1442012941" sldId="296"/>
            <ac:spMk id="4" creationId="{67E2D7E1-4E67-5D09-BD2D-8027D150AFF8}"/>
          </ac:spMkLst>
        </pc:spChg>
        <pc:spChg chg="mod">
          <ac:chgData name="NISHANT NANASAHEB JAGTAP" userId="ee7e36ae-7531-471f-9344-44e1758b777a" providerId="ADAL" clId="{3BB827B1-449D-4AC6-9166-B72710051B6C}" dt="2025-06-11T15:51:32.271" v="2182" actId="14100"/>
          <ac:spMkLst>
            <pc:docMk/>
            <pc:sldMk cId="1442012941" sldId="296"/>
            <ac:spMk id="5" creationId="{192673D2-57C9-7A5B-229F-25DC0337ADE5}"/>
          </ac:spMkLst>
        </pc:spChg>
        <pc:spChg chg="add mod">
          <ac:chgData name="NISHANT NANASAHEB JAGTAP" userId="ee7e36ae-7531-471f-9344-44e1758b777a" providerId="ADAL" clId="{3BB827B1-449D-4AC6-9166-B72710051B6C}" dt="2025-06-12T21:30:58.582" v="9579" actId="20577"/>
          <ac:spMkLst>
            <pc:docMk/>
            <pc:sldMk cId="1442012941" sldId="296"/>
            <ac:spMk id="10" creationId="{0AA732F0-42C0-215D-A978-06E16FD45EE4}"/>
          </ac:spMkLst>
        </pc:spChg>
        <pc:spChg chg="add mod">
          <ac:chgData name="NISHANT NANASAHEB JAGTAP" userId="ee7e36ae-7531-471f-9344-44e1758b777a" providerId="ADAL" clId="{3BB827B1-449D-4AC6-9166-B72710051B6C}" dt="2025-06-12T21:30:55.306" v="9578" actId="20577"/>
          <ac:spMkLst>
            <pc:docMk/>
            <pc:sldMk cId="1442012941" sldId="296"/>
            <ac:spMk id="12" creationId="{CF302202-8D8E-0101-8BF8-157B84466F61}"/>
          </ac:spMkLst>
        </pc:spChg>
        <pc:spChg chg="add mod">
          <ac:chgData name="NISHANT NANASAHEB JAGTAP" userId="ee7e36ae-7531-471f-9344-44e1758b777a" providerId="ADAL" clId="{3BB827B1-449D-4AC6-9166-B72710051B6C}" dt="2025-06-11T15:51:32.271" v="2182" actId="14100"/>
          <ac:spMkLst>
            <pc:docMk/>
            <pc:sldMk cId="1442012941" sldId="296"/>
            <ac:spMk id="13" creationId="{259D98F0-A560-BC0F-9F60-25129BF33F47}"/>
          </ac:spMkLst>
        </pc:spChg>
        <pc:spChg chg="add mod">
          <ac:chgData name="NISHANT NANASAHEB JAGTAP" userId="ee7e36ae-7531-471f-9344-44e1758b777a" providerId="ADAL" clId="{3BB827B1-449D-4AC6-9166-B72710051B6C}" dt="2025-06-12T20:37:42.892" v="8727" actId="207"/>
          <ac:spMkLst>
            <pc:docMk/>
            <pc:sldMk cId="1442012941" sldId="296"/>
            <ac:spMk id="16" creationId="{A987A8B7-FA9A-9352-B120-C30CE5DF6E40}"/>
          </ac:spMkLst>
        </pc:spChg>
        <pc:spChg chg="add mod">
          <ac:chgData name="NISHANT NANASAHEB JAGTAP" userId="ee7e36ae-7531-471f-9344-44e1758b777a" providerId="ADAL" clId="{3BB827B1-449D-4AC6-9166-B72710051B6C}" dt="2025-06-12T19:57:54.761" v="8219" actId="2711"/>
          <ac:spMkLst>
            <pc:docMk/>
            <pc:sldMk cId="1442012941" sldId="296"/>
            <ac:spMk id="17" creationId="{39B30562-E749-3BE2-9C9D-D9448E43E859}"/>
          </ac:spMkLst>
        </pc:spChg>
        <pc:spChg chg="add mod">
          <ac:chgData name="NISHANT NANASAHEB JAGTAP" userId="ee7e36ae-7531-471f-9344-44e1758b777a" providerId="ADAL" clId="{3BB827B1-449D-4AC6-9166-B72710051B6C}" dt="2025-06-12T19:59:25.900" v="8249" actId="1076"/>
          <ac:spMkLst>
            <pc:docMk/>
            <pc:sldMk cId="1442012941" sldId="296"/>
            <ac:spMk id="18" creationId="{A775E866-6716-A8A7-0EF5-00B3C574DDF8}"/>
          </ac:spMkLst>
        </pc:spChg>
        <pc:spChg chg="add mod">
          <ac:chgData name="NISHANT NANASAHEB JAGTAP" userId="ee7e36ae-7531-471f-9344-44e1758b777a" providerId="ADAL" clId="{3BB827B1-449D-4AC6-9166-B72710051B6C}" dt="2025-06-12T19:58:21.276" v="8234" actId="113"/>
          <ac:spMkLst>
            <pc:docMk/>
            <pc:sldMk cId="1442012941" sldId="296"/>
            <ac:spMk id="19" creationId="{F6C76B87-B40E-A6EB-0BCF-811F48B66BF9}"/>
          </ac:spMkLst>
        </pc:spChg>
        <pc:spChg chg="add mod">
          <ac:chgData name="NISHANT NANASAHEB JAGTAP" userId="ee7e36ae-7531-471f-9344-44e1758b777a" providerId="ADAL" clId="{3BB827B1-449D-4AC6-9166-B72710051B6C}" dt="2025-06-12T19:59:19.615" v="8248" actId="1076"/>
          <ac:spMkLst>
            <pc:docMk/>
            <pc:sldMk cId="1442012941" sldId="296"/>
            <ac:spMk id="20" creationId="{9F2AD5F6-C2B2-F388-73D8-213916E65797}"/>
          </ac:spMkLst>
        </pc:spChg>
        <pc:spChg chg="add mod">
          <ac:chgData name="NISHANT NANASAHEB JAGTAP" userId="ee7e36ae-7531-471f-9344-44e1758b777a" providerId="ADAL" clId="{3BB827B1-449D-4AC6-9166-B72710051B6C}" dt="2025-06-12T19:59:33.615" v="8251" actId="1076"/>
          <ac:spMkLst>
            <pc:docMk/>
            <pc:sldMk cId="1442012941" sldId="296"/>
            <ac:spMk id="21" creationId="{F9148F30-C2AE-70F6-0863-8BFF12C8CEC0}"/>
          </ac:spMkLst>
        </pc:spChg>
        <pc:graphicFrameChg chg="add mod modGraphic">
          <ac:chgData name="NISHANT NANASAHEB JAGTAP" userId="ee7e36ae-7531-471f-9344-44e1758b777a" providerId="ADAL" clId="{3BB827B1-449D-4AC6-9166-B72710051B6C}" dt="2025-06-12T19:55:28.465" v="8170" actId="1036"/>
          <ac:graphicFrameMkLst>
            <pc:docMk/>
            <pc:sldMk cId="1442012941" sldId="296"/>
            <ac:graphicFrameMk id="7" creationId="{0777283A-0405-2DFB-2351-836CF96AC138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2T19:55:22.616" v="8160" actId="1035"/>
          <ac:graphicFrameMkLst>
            <pc:docMk/>
            <pc:sldMk cId="1442012941" sldId="296"/>
            <ac:graphicFrameMk id="8" creationId="{13C76D7F-3250-89DA-2AFC-556B11FF8DB8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2T19:55:02.688" v="8142" actId="14100"/>
          <ac:graphicFrameMkLst>
            <pc:docMk/>
            <pc:sldMk cId="1442012941" sldId="296"/>
            <ac:graphicFrameMk id="11" creationId="{0424B4E4-BA46-14C7-3C51-59C026DC061B}"/>
          </ac:graphicFrameMkLst>
        </pc:graphicFrameChg>
        <pc:picChg chg="add mod">
          <ac:chgData name="NISHANT NANASAHEB JAGTAP" userId="ee7e36ae-7531-471f-9344-44e1758b777a" providerId="ADAL" clId="{3BB827B1-449D-4AC6-9166-B72710051B6C}" dt="2025-06-12T20:37:33.256" v="8725" actId="1076"/>
          <ac:picMkLst>
            <pc:docMk/>
            <pc:sldMk cId="1442012941" sldId="296"/>
            <ac:picMk id="14" creationId="{566B3B65-3DF6-E130-F3FF-02D59AF98CBA}"/>
          </ac:picMkLst>
        </pc:picChg>
        <pc:picChg chg="add del mod modCrop">
          <ac:chgData name="NISHANT NANASAHEB JAGTAP" userId="ee7e36ae-7531-471f-9344-44e1758b777a" providerId="ADAL" clId="{3BB827B1-449D-4AC6-9166-B72710051B6C}" dt="2025-06-12T19:54:56.566" v="8139" actId="478"/>
          <ac:picMkLst>
            <pc:docMk/>
            <pc:sldMk cId="1442012941" sldId="296"/>
            <ac:picMk id="15" creationId="{1932FDA0-BFDF-AE20-4070-31DE6546E6BD}"/>
          </ac:picMkLst>
        </pc:picChg>
      </pc:sldChg>
      <pc:sldChg chg="addSp delSp modSp new mod">
        <pc:chgData name="NISHANT NANASAHEB JAGTAP" userId="ee7e36ae-7531-471f-9344-44e1758b777a" providerId="ADAL" clId="{3BB827B1-449D-4AC6-9166-B72710051B6C}" dt="2025-06-12T20:42:32.719" v="8799" actId="2711"/>
        <pc:sldMkLst>
          <pc:docMk/>
          <pc:sldMk cId="981470366" sldId="297"/>
        </pc:sldMkLst>
        <pc:spChg chg="mod">
          <ac:chgData name="NISHANT NANASAHEB JAGTAP" userId="ee7e36ae-7531-471f-9344-44e1758b777a" providerId="ADAL" clId="{3BB827B1-449D-4AC6-9166-B72710051B6C}" dt="2025-06-12T17:56:55.283" v="7169" actId="108"/>
          <ac:spMkLst>
            <pc:docMk/>
            <pc:sldMk cId="981470366" sldId="297"/>
            <ac:spMk id="2" creationId="{4DDEBB5C-74C4-F17C-84EA-58D32F78B052}"/>
          </ac:spMkLst>
        </pc:spChg>
        <pc:spChg chg="mod">
          <ac:chgData name="NISHANT NANASAHEB JAGTAP" userId="ee7e36ae-7531-471f-9344-44e1758b777a" providerId="ADAL" clId="{3BB827B1-449D-4AC6-9166-B72710051B6C}" dt="2025-06-12T17:43:55.166" v="7071" actId="2711"/>
          <ac:spMkLst>
            <pc:docMk/>
            <pc:sldMk cId="981470366" sldId="297"/>
            <ac:spMk id="3" creationId="{C0C64193-667A-D7FD-B8DD-517BB4109EC5}"/>
          </ac:spMkLst>
        </pc:spChg>
        <pc:spChg chg="add mod">
          <ac:chgData name="NISHANT NANASAHEB JAGTAP" userId="ee7e36ae-7531-471f-9344-44e1758b777a" providerId="ADAL" clId="{3BB827B1-449D-4AC6-9166-B72710051B6C}" dt="2025-06-12T20:41:40.138" v="8793" actId="1076"/>
          <ac:spMkLst>
            <pc:docMk/>
            <pc:sldMk cId="981470366" sldId="297"/>
            <ac:spMk id="13" creationId="{E4DCC28C-BAA0-8841-C7A8-9088803F7912}"/>
          </ac:spMkLst>
        </pc:spChg>
        <pc:spChg chg="add mod">
          <ac:chgData name="NISHANT NANASAHEB JAGTAP" userId="ee7e36ae-7531-471f-9344-44e1758b777a" providerId="ADAL" clId="{3BB827B1-449D-4AC6-9166-B72710051B6C}" dt="2025-06-12T20:41:43.238" v="8794" actId="1076"/>
          <ac:spMkLst>
            <pc:docMk/>
            <pc:sldMk cId="981470366" sldId="297"/>
            <ac:spMk id="14" creationId="{F2CEBAB8-31AB-C5B5-1C89-EF50314DF855}"/>
          </ac:spMkLst>
        </pc:spChg>
        <pc:spChg chg="add mod">
          <ac:chgData name="NISHANT NANASAHEB JAGTAP" userId="ee7e36ae-7531-471f-9344-44e1758b777a" providerId="ADAL" clId="{3BB827B1-449D-4AC6-9166-B72710051B6C}" dt="2025-06-11T19:07:52.412" v="2791" actId="14100"/>
          <ac:spMkLst>
            <pc:docMk/>
            <pc:sldMk cId="981470366" sldId="297"/>
            <ac:spMk id="15" creationId="{E8D08CDB-6500-FC20-048B-7240A7E9A8D8}"/>
          </ac:spMkLst>
        </pc:spChg>
        <pc:spChg chg="add mod">
          <ac:chgData name="NISHANT NANASAHEB JAGTAP" userId="ee7e36ae-7531-471f-9344-44e1758b777a" providerId="ADAL" clId="{3BB827B1-449D-4AC6-9166-B72710051B6C}" dt="2025-06-12T20:42:32.719" v="8799" actId="2711"/>
          <ac:spMkLst>
            <pc:docMk/>
            <pc:sldMk cId="981470366" sldId="297"/>
            <ac:spMk id="16" creationId="{4D283047-E89D-2544-801D-C1AF61696D7B}"/>
          </ac:spMkLst>
        </pc:spChg>
        <pc:spChg chg="add mod">
          <ac:chgData name="NISHANT NANASAHEB JAGTAP" userId="ee7e36ae-7531-471f-9344-44e1758b777a" providerId="ADAL" clId="{3BB827B1-449D-4AC6-9166-B72710051B6C}" dt="2025-06-12T20:40:16.288" v="8773" actId="1076"/>
          <ac:spMkLst>
            <pc:docMk/>
            <pc:sldMk cId="981470366" sldId="297"/>
            <ac:spMk id="18" creationId="{B4BAF752-B20D-0CD1-2F60-555E1471BB64}"/>
          </ac:spMkLst>
        </pc:spChg>
        <pc:spChg chg="add mod">
          <ac:chgData name="NISHANT NANASAHEB JAGTAP" userId="ee7e36ae-7531-471f-9344-44e1758b777a" providerId="ADAL" clId="{3BB827B1-449D-4AC6-9166-B72710051B6C}" dt="2025-06-12T20:40:45.756" v="8783" actId="1076"/>
          <ac:spMkLst>
            <pc:docMk/>
            <pc:sldMk cId="981470366" sldId="297"/>
            <ac:spMk id="19" creationId="{75F88217-CF32-9D1B-77B0-856D4A7894F8}"/>
          </ac:spMkLst>
        </pc:spChg>
        <pc:spChg chg="add mod">
          <ac:chgData name="NISHANT NANASAHEB JAGTAP" userId="ee7e36ae-7531-471f-9344-44e1758b777a" providerId="ADAL" clId="{3BB827B1-449D-4AC6-9166-B72710051B6C}" dt="2025-06-12T17:44:21.045" v="7074" actId="2711"/>
          <ac:spMkLst>
            <pc:docMk/>
            <pc:sldMk cId="981470366" sldId="297"/>
            <ac:spMk id="20" creationId="{20AF4728-0A3B-F9F2-58AA-91179AB1BFD1}"/>
          </ac:spMkLst>
        </pc:spChg>
        <pc:spChg chg="add mod">
          <ac:chgData name="NISHANT NANASAHEB JAGTAP" userId="ee7e36ae-7531-471f-9344-44e1758b777a" providerId="ADAL" clId="{3BB827B1-449D-4AC6-9166-B72710051B6C}" dt="2025-06-12T17:44:25.742" v="7075" actId="2711"/>
          <ac:spMkLst>
            <pc:docMk/>
            <pc:sldMk cId="981470366" sldId="297"/>
            <ac:spMk id="21" creationId="{44A1C124-F4B8-116F-B1D6-D00457246DF3}"/>
          </ac:spMkLst>
        </pc:spChg>
        <pc:spChg chg="add del mod">
          <ac:chgData name="NISHANT NANASAHEB JAGTAP" userId="ee7e36ae-7531-471f-9344-44e1758b777a" providerId="ADAL" clId="{3BB827B1-449D-4AC6-9166-B72710051B6C}" dt="2025-06-12T20:40:36.732" v="8779" actId="478"/>
          <ac:spMkLst>
            <pc:docMk/>
            <pc:sldMk cId="981470366" sldId="297"/>
            <ac:spMk id="22" creationId="{E14FF905-7184-AE46-54A0-F070D696778D}"/>
          </ac:spMkLst>
        </pc:spChg>
        <pc:spChg chg="add mod">
          <ac:chgData name="NISHANT NANASAHEB JAGTAP" userId="ee7e36ae-7531-471f-9344-44e1758b777a" providerId="ADAL" clId="{3BB827B1-449D-4AC6-9166-B72710051B6C}" dt="2025-06-12T20:41:12.049" v="8786" actId="14100"/>
          <ac:spMkLst>
            <pc:docMk/>
            <pc:sldMk cId="981470366" sldId="297"/>
            <ac:spMk id="23" creationId="{C909E508-7F22-F9C0-B40E-0F544CD6D36C}"/>
          </ac:spMkLst>
        </pc:spChg>
        <pc:spChg chg="add mod">
          <ac:chgData name="NISHANT NANASAHEB JAGTAP" userId="ee7e36ae-7531-471f-9344-44e1758b777a" providerId="ADAL" clId="{3BB827B1-449D-4AC6-9166-B72710051B6C}" dt="2025-06-12T17:44:16.217" v="7073" actId="2711"/>
          <ac:spMkLst>
            <pc:docMk/>
            <pc:sldMk cId="981470366" sldId="297"/>
            <ac:spMk id="24" creationId="{950474BC-984A-C451-64B9-A09E329303F7}"/>
          </ac:spMkLst>
        </pc:spChg>
        <pc:graphicFrameChg chg="add mod modGraphic">
          <ac:chgData name="NISHANT NANASAHEB JAGTAP" userId="ee7e36ae-7531-471f-9344-44e1758b777a" providerId="ADAL" clId="{3BB827B1-449D-4AC6-9166-B72710051B6C}" dt="2025-06-11T18:34:56.935" v="2532" actId="1036"/>
          <ac:graphicFrameMkLst>
            <pc:docMk/>
            <pc:sldMk cId="981470366" sldId="297"/>
            <ac:graphicFrameMk id="11" creationId="{24F1256D-A4C2-FD8A-8022-98D9427B82CF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1T18:34:49.667" v="2521" actId="1036"/>
          <ac:graphicFrameMkLst>
            <pc:docMk/>
            <pc:sldMk cId="981470366" sldId="297"/>
            <ac:graphicFrameMk id="12" creationId="{E8E33DC8-D5DB-5F65-4848-9B8D42A1226C}"/>
          </ac:graphicFrameMkLst>
        </pc:graphicFrameChg>
        <pc:picChg chg="add mod">
          <ac:chgData name="NISHANT NANASAHEB JAGTAP" userId="ee7e36ae-7531-471f-9344-44e1758b777a" providerId="ADAL" clId="{3BB827B1-449D-4AC6-9166-B72710051B6C}" dt="2025-06-12T20:40:03.588" v="8768" actId="1076"/>
          <ac:picMkLst>
            <pc:docMk/>
            <pc:sldMk cId="981470366" sldId="297"/>
            <ac:picMk id="7" creationId="{BC0007B3-D1C3-53D5-A96C-4CB9260F7CF3}"/>
          </ac:picMkLst>
        </pc:picChg>
        <pc:picChg chg="add mod modCrop">
          <ac:chgData name="NISHANT NANASAHEB JAGTAP" userId="ee7e36ae-7531-471f-9344-44e1758b777a" providerId="ADAL" clId="{3BB827B1-449D-4AC6-9166-B72710051B6C}" dt="2025-06-12T20:40:08.093" v="8770" actId="1076"/>
          <ac:picMkLst>
            <pc:docMk/>
            <pc:sldMk cId="981470366" sldId="297"/>
            <ac:picMk id="8" creationId="{5BF68ECD-751C-64A6-1EAF-BF2D6587B7E5}"/>
          </ac:picMkLst>
        </pc:picChg>
        <pc:picChg chg="add mod modCrop">
          <ac:chgData name="NISHANT NANASAHEB JAGTAP" userId="ee7e36ae-7531-471f-9344-44e1758b777a" providerId="ADAL" clId="{3BB827B1-449D-4AC6-9166-B72710051B6C}" dt="2025-06-12T20:40:12.971" v="8772" actId="1076"/>
          <ac:picMkLst>
            <pc:docMk/>
            <pc:sldMk cId="981470366" sldId="297"/>
            <ac:picMk id="9" creationId="{9E507311-4A75-1756-2DEB-915738B6063E}"/>
          </ac:picMkLst>
        </pc:picChg>
        <pc:picChg chg="add mod modCrop">
          <ac:chgData name="NISHANT NANASAHEB JAGTAP" userId="ee7e36ae-7531-471f-9344-44e1758b777a" providerId="ADAL" clId="{3BB827B1-449D-4AC6-9166-B72710051B6C}" dt="2025-06-12T20:40:26.274" v="8776" actId="1076"/>
          <ac:picMkLst>
            <pc:docMk/>
            <pc:sldMk cId="981470366" sldId="297"/>
            <ac:picMk id="10" creationId="{4729164F-B8CD-7E86-EA7C-F5A93444A5E8}"/>
          </ac:picMkLst>
        </pc:picChg>
      </pc:sldChg>
      <pc:sldChg chg="addSp delSp modSp new mod">
        <pc:chgData name="NISHANT NANASAHEB JAGTAP" userId="ee7e36ae-7531-471f-9344-44e1758b777a" providerId="ADAL" clId="{3BB827B1-449D-4AC6-9166-B72710051B6C}" dt="2025-06-12T17:57:07.341" v="7171" actId="108"/>
        <pc:sldMkLst>
          <pc:docMk/>
          <pc:sldMk cId="32050907" sldId="298"/>
        </pc:sldMkLst>
        <pc:spChg chg="mod">
          <ac:chgData name="NISHANT NANASAHEB JAGTAP" userId="ee7e36ae-7531-471f-9344-44e1758b777a" providerId="ADAL" clId="{3BB827B1-449D-4AC6-9166-B72710051B6C}" dt="2025-06-11T19:50:14.241" v="3323" actId="1076"/>
          <ac:spMkLst>
            <pc:docMk/>
            <pc:sldMk cId="32050907" sldId="298"/>
            <ac:spMk id="6" creationId="{213FE8F4-57D8-B81B-D7C3-584414FCF867}"/>
          </ac:spMkLst>
        </pc:spChg>
        <pc:spChg chg="add mod">
          <ac:chgData name="NISHANT NANASAHEB JAGTAP" userId="ee7e36ae-7531-471f-9344-44e1758b777a" providerId="ADAL" clId="{3BB827B1-449D-4AC6-9166-B72710051B6C}" dt="2025-06-11T19:50:25.229" v="3359" actId="1038"/>
          <ac:spMkLst>
            <pc:docMk/>
            <pc:sldMk cId="32050907" sldId="298"/>
            <ac:spMk id="28" creationId="{477E129B-3D1D-783F-A007-D639C4EEA1F1}"/>
          </ac:spMkLst>
        </pc:spChg>
        <pc:spChg chg="add mod">
          <ac:chgData name="NISHANT NANASAHEB JAGTAP" userId="ee7e36ae-7531-471f-9344-44e1758b777a" providerId="ADAL" clId="{3BB827B1-449D-4AC6-9166-B72710051B6C}" dt="2025-06-11T19:50:25.229" v="3359" actId="1038"/>
          <ac:spMkLst>
            <pc:docMk/>
            <pc:sldMk cId="32050907" sldId="298"/>
            <ac:spMk id="29" creationId="{3E2F61A9-A1EF-B920-8038-A2DA529C2EFA}"/>
          </ac:spMkLst>
        </pc:spChg>
        <pc:spChg chg="add mod">
          <ac:chgData name="NISHANT NANASAHEB JAGTAP" userId="ee7e36ae-7531-471f-9344-44e1758b777a" providerId="ADAL" clId="{3BB827B1-449D-4AC6-9166-B72710051B6C}" dt="2025-06-11T19:50:25.229" v="3359" actId="1038"/>
          <ac:spMkLst>
            <pc:docMk/>
            <pc:sldMk cId="32050907" sldId="298"/>
            <ac:spMk id="30" creationId="{D62C12AC-642A-3B7C-873B-55B48ACC14F1}"/>
          </ac:spMkLst>
        </pc:spChg>
        <pc:spChg chg="add mod">
          <ac:chgData name="NISHANT NANASAHEB JAGTAP" userId="ee7e36ae-7531-471f-9344-44e1758b777a" providerId="ADAL" clId="{3BB827B1-449D-4AC6-9166-B72710051B6C}" dt="2025-06-12T17:57:07.341" v="7171" actId="108"/>
          <ac:spMkLst>
            <pc:docMk/>
            <pc:sldMk cId="32050907" sldId="298"/>
            <ac:spMk id="31" creationId="{4CF8BEFD-ADA1-4019-8A21-01D6602AD6A0}"/>
          </ac:spMkLst>
        </pc:spChg>
        <pc:spChg chg="add mod">
          <ac:chgData name="NISHANT NANASAHEB JAGTAP" userId="ee7e36ae-7531-471f-9344-44e1758b777a" providerId="ADAL" clId="{3BB827B1-449D-4AC6-9166-B72710051B6C}" dt="2025-06-12T17:38:55.547" v="7061" actId="2711"/>
          <ac:spMkLst>
            <pc:docMk/>
            <pc:sldMk cId="32050907" sldId="298"/>
            <ac:spMk id="32" creationId="{2E0D99B5-CD42-D83E-5B5A-0A7639778081}"/>
          </ac:spMkLst>
        </pc:spChg>
        <pc:spChg chg="add mod">
          <ac:chgData name="NISHANT NANASAHEB JAGTAP" userId="ee7e36ae-7531-471f-9344-44e1758b777a" providerId="ADAL" clId="{3BB827B1-449D-4AC6-9166-B72710051B6C}" dt="2025-06-12T17:38:51.331" v="7060" actId="2711"/>
          <ac:spMkLst>
            <pc:docMk/>
            <pc:sldMk cId="32050907" sldId="298"/>
            <ac:spMk id="33" creationId="{6C5B768B-C9DE-02CC-DA1F-79FB554A03B1}"/>
          </ac:spMkLst>
        </pc:spChg>
        <pc:spChg chg="add mod">
          <ac:chgData name="NISHANT NANASAHEB JAGTAP" userId="ee7e36ae-7531-471f-9344-44e1758b777a" providerId="ADAL" clId="{3BB827B1-449D-4AC6-9166-B72710051B6C}" dt="2025-06-12T17:38:35.349" v="7058" actId="2711"/>
          <ac:spMkLst>
            <pc:docMk/>
            <pc:sldMk cId="32050907" sldId="298"/>
            <ac:spMk id="34" creationId="{A2AF2730-35F8-8790-9AEF-F0C975AE79E1}"/>
          </ac:spMkLst>
        </pc:spChg>
        <pc:spChg chg="add mod">
          <ac:chgData name="NISHANT NANASAHEB JAGTAP" userId="ee7e36ae-7531-471f-9344-44e1758b777a" providerId="ADAL" clId="{3BB827B1-449D-4AC6-9166-B72710051B6C}" dt="2025-06-11T19:53:13.279" v="3443" actId="1076"/>
          <ac:spMkLst>
            <pc:docMk/>
            <pc:sldMk cId="32050907" sldId="298"/>
            <ac:spMk id="35" creationId="{177C0A26-8DDE-04A6-102E-4A959AA3348B}"/>
          </ac:spMkLst>
        </pc:spChg>
        <pc:spChg chg="add mod">
          <ac:chgData name="NISHANT NANASAHEB JAGTAP" userId="ee7e36ae-7531-471f-9344-44e1758b777a" providerId="ADAL" clId="{3BB827B1-449D-4AC6-9166-B72710051B6C}" dt="2025-06-11T19:54:00.814" v="3453" actId="14100"/>
          <ac:spMkLst>
            <pc:docMk/>
            <pc:sldMk cId="32050907" sldId="298"/>
            <ac:spMk id="36" creationId="{F7B54588-0AF7-F7CE-32CE-A32C1B3757E1}"/>
          </ac:spMkLst>
        </pc:spChg>
        <pc:spChg chg="add mod">
          <ac:chgData name="NISHANT NANASAHEB JAGTAP" userId="ee7e36ae-7531-471f-9344-44e1758b777a" providerId="ADAL" clId="{3BB827B1-449D-4AC6-9166-B72710051B6C}" dt="2025-06-11T19:54:07.824" v="3455" actId="14100"/>
          <ac:spMkLst>
            <pc:docMk/>
            <pc:sldMk cId="32050907" sldId="298"/>
            <ac:spMk id="38" creationId="{65BB0025-BDD3-498C-171F-F7EAD2CF0ED5}"/>
          </ac:spMkLst>
        </pc:spChg>
        <pc:spChg chg="add mod">
          <ac:chgData name="NISHANT NANASAHEB JAGTAP" userId="ee7e36ae-7531-471f-9344-44e1758b777a" providerId="ADAL" clId="{3BB827B1-449D-4AC6-9166-B72710051B6C}" dt="2025-06-11T19:54:34.133" v="3458" actId="208"/>
          <ac:spMkLst>
            <pc:docMk/>
            <pc:sldMk cId="32050907" sldId="298"/>
            <ac:spMk id="39" creationId="{8349084A-4F67-D367-D360-9E5F86CACC60}"/>
          </ac:spMkLst>
        </pc:spChg>
        <pc:spChg chg="add mod">
          <ac:chgData name="NISHANT NANASAHEB JAGTAP" userId="ee7e36ae-7531-471f-9344-44e1758b777a" providerId="ADAL" clId="{3BB827B1-449D-4AC6-9166-B72710051B6C}" dt="2025-06-12T17:38:45.945" v="7059" actId="2711"/>
          <ac:spMkLst>
            <pc:docMk/>
            <pc:sldMk cId="32050907" sldId="298"/>
            <ac:spMk id="40" creationId="{21170CFE-066B-8C59-CD3F-7A65B787946C}"/>
          </ac:spMkLst>
        </pc:spChg>
        <pc:graphicFrameChg chg="add mod modGraphic">
          <ac:chgData name="NISHANT NANASAHEB JAGTAP" userId="ee7e36ae-7531-471f-9344-44e1758b777a" providerId="ADAL" clId="{3BB827B1-449D-4AC6-9166-B72710051B6C}" dt="2025-06-11T19:26:56.018" v="2898" actId="207"/>
          <ac:graphicFrameMkLst>
            <pc:docMk/>
            <pc:sldMk cId="32050907" sldId="298"/>
            <ac:graphicFrameMk id="7" creationId="{D69C95FB-DFD9-FADA-B6DE-C11457078AAA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1T19:26:12.834" v="2889" actId="207"/>
          <ac:graphicFrameMkLst>
            <pc:docMk/>
            <pc:sldMk cId="32050907" sldId="298"/>
            <ac:graphicFrameMk id="8" creationId="{59E4208D-5681-1407-4EE4-5435464551F7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1T19:50:25.229" v="3359" actId="1038"/>
          <ac:graphicFrameMkLst>
            <pc:docMk/>
            <pc:sldMk cId="32050907" sldId="298"/>
            <ac:graphicFrameMk id="21" creationId="{3C1452B7-87D4-BEEF-FD94-3C530C507D87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1T19:50:25.229" v="3359" actId="1038"/>
          <ac:graphicFrameMkLst>
            <pc:docMk/>
            <pc:sldMk cId="32050907" sldId="298"/>
            <ac:graphicFrameMk id="22" creationId="{A58093AB-6371-3ED1-406A-AD97B053DC9C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1T19:50:25.229" v="3359" actId="1038"/>
          <ac:graphicFrameMkLst>
            <pc:docMk/>
            <pc:sldMk cId="32050907" sldId="298"/>
            <ac:graphicFrameMk id="23" creationId="{F2B6741C-8862-83E3-CA2E-874EB75383F9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1T19:50:25.229" v="3359" actId="1038"/>
          <ac:graphicFrameMkLst>
            <pc:docMk/>
            <pc:sldMk cId="32050907" sldId="298"/>
            <ac:graphicFrameMk id="24" creationId="{146FFC28-AD44-6727-1A06-7882B9B15F0A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1T19:50:25.229" v="3359" actId="1038"/>
          <ac:graphicFrameMkLst>
            <pc:docMk/>
            <pc:sldMk cId="32050907" sldId="298"/>
            <ac:graphicFrameMk id="25" creationId="{562E264B-823D-9322-6566-290927A45D7C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1T19:50:25.229" v="3359" actId="1038"/>
          <ac:graphicFrameMkLst>
            <pc:docMk/>
            <pc:sldMk cId="32050907" sldId="298"/>
            <ac:graphicFrameMk id="26" creationId="{9E67709C-F3CC-F312-611F-9EC01B746A06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1T19:50:25.229" v="3359" actId="1038"/>
          <ac:graphicFrameMkLst>
            <pc:docMk/>
            <pc:sldMk cId="32050907" sldId="298"/>
            <ac:graphicFrameMk id="27" creationId="{BC42C646-EF78-74ED-EF7F-82C8E0BDA74F}"/>
          </ac:graphicFrameMkLst>
        </pc:graphicFrameChg>
      </pc:sldChg>
      <pc:sldChg chg="addSp delSp modSp new mod">
        <pc:chgData name="NISHANT NANASAHEB JAGTAP" userId="ee7e36ae-7531-471f-9344-44e1758b777a" providerId="ADAL" clId="{3BB827B1-449D-4AC6-9166-B72710051B6C}" dt="2025-06-12T20:45:04.156" v="8868" actId="1076"/>
        <pc:sldMkLst>
          <pc:docMk/>
          <pc:sldMk cId="2887188311" sldId="299"/>
        </pc:sldMkLst>
        <pc:spChg chg="mod">
          <ac:chgData name="NISHANT NANASAHEB JAGTAP" userId="ee7e36ae-7531-471f-9344-44e1758b777a" providerId="ADAL" clId="{3BB827B1-449D-4AC6-9166-B72710051B6C}" dt="2025-06-12T17:57:11.982" v="7172" actId="108"/>
          <ac:spMkLst>
            <pc:docMk/>
            <pc:sldMk cId="2887188311" sldId="299"/>
            <ac:spMk id="2" creationId="{14BA55F3-F473-937D-C43B-DC5B5F8F5A5D}"/>
          </ac:spMkLst>
        </pc:spChg>
        <pc:spChg chg="add mod">
          <ac:chgData name="NISHANT NANASAHEB JAGTAP" userId="ee7e36ae-7531-471f-9344-44e1758b777a" providerId="ADAL" clId="{3BB827B1-449D-4AC6-9166-B72710051B6C}" dt="2025-06-12T20:45:04.156" v="8868" actId="1076"/>
          <ac:spMkLst>
            <pc:docMk/>
            <pc:sldMk cId="2887188311" sldId="299"/>
            <ac:spMk id="3" creationId="{30EA8F1B-8DD0-94AA-978E-AFB267F2C768}"/>
          </ac:spMkLst>
        </pc:spChg>
        <pc:spChg chg="add">
          <ac:chgData name="NISHANT NANASAHEB JAGTAP" userId="ee7e36ae-7531-471f-9344-44e1758b777a" providerId="ADAL" clId="{3BB827B1-449D-4AC6-9166-B72710051B6C}" dt="2025-06-11T20:41:03.781" v="3616"/>
          <ac:spMkLst>
            <pc:docMk/>
            <pc:sldMk cId="2887188311" sldId="299"/>
            <ac:spMk id="7" creationId="{E135BCCD-F677-05CA-B728-3BADB6D5A3CB}"/>
          </ac:spMkLst>
        </pc:spChg>
        <pc:spChg chg="add mod">
          <ac:chgData name="NISHANT NANASAHEB JAGTAP" userId="ee7e36ae-7531-471f-9344-44e1758b777a" providerId="ADAL" clId="{3BB827B1-449D-4AC6-9166-B72710051B6C}" dt="2025-06-12T17:38:12.585" v="7057" actId="2711"/>
          <ac:spMkLst>
            <pc:docMk/>
            <pc:sldMk cId="2887188311" sldId="299"/>
            <ac:spMk id="10" creationId="{4F2C6DF0-5392-7369-2233-FA6F1B8A1400}"/>
          </ac:spMkLst>
        </pc:spChg>
        <pc:picChg chg="add mod">
          <ac:chgData name="NISHANT NANASAHEB JAGTAP" userId="ee7e36ae-7531-471f-9344-44e1758b777a" providerId="ADAL" clId="{3BB827B1-449D-4AC6-9166-B72710051B6C}" dt="2025-06-11T20:43:38.977" v="3631" actId="1076"/>
          <ac:picMkLst>
            <pc:docMk/>
            <pc:sldMk cId="2887188311" sldId="299"/>
            <ac:picMk id="8" creationId="{9E3989AB-D436-6E42-FFF1-D605D344ADFA}"/>
          </ac:picMkLst>
        </pc:picChg>
      </pc:sldChg>
      <pc:sldChg chg="addSp delSp modSp add mod">
        <pc:chgData name="NISHANT NANASAHEB JAGTAP" userId="ee7e36ae-7531-471f-9344-44e1758b777a" providerId="ADAL" clId="{3BB827B1-449D-4AC6-9166-B72710051B6C}" dt="2025-06-12T20:44:08.599" v="8843" actId="1036"/>
        <pc:sldMkLst>
          <pc:docMk/>
          <pc:sldMk cId="2495974504" sldId="300"/>
        </pc:sldMkLst>
        <pc:spChg chg="mod">
          <ac:chgData name="NISHANT NANASAHEB JAGTAP" userId="ee7e36ae-7531-471f-9344-44e1758b777a" providerId="ADAL" clId="{3BB827B1-449D-4AC6-9166-B72710051B6C}" dt="2025-06-12T17:57:01.001" v="7170" actId="108"/>
          <ac:spMkLst>
            <pc:docMk/>
            <pc:sldMk cId="2495974504" sldId="300"/>
            <ac:spMk id="2" creationId="{71707B7B-606A-7495-2037-9E919B81A25F}"/>
          </ac:spMkLst>
        </pc:spChg>
        <pc:spChg chg="mod">
          <ac:chgData name="NISHANT NANASAHEB JAGTAP" userId="ee7e36ae-7531-471f-9344-44e1758b777a" providerId="ADAL" clId="{3BB827B1-449D-4AC6-9166-B72710051B6C}" dt="2025-06-12T20:43:25.856" v="8830" actId="1036"/>
          <ac:spMkLst>
            <pc:docMk/>
            <pc:sldMk cId="2495974504" sldId="300"/>
            <ac:spMk id="10" creationId="{35455BE3-6FCC-1311-0488-6EA087CDF273}"/>
          </ac:spMkLst>
        </pc:spChg>
        <pc:spChg chg="mod">
          <ac:chgData name="NISHANT NANASAHEB JAGTAP" userId="ee7e36ae-7531-471f-9344-44e1758b777a" providerId="ADAL" clId="{3BB827B1-449D-4AC6-9166-B72710051B6C}" dt="2025-06-12T20:43:25.856" v="8830" actId="1036"/>
          <ac:spMkLst>
            <pc:docMk/>
            <pc:sldMk cId="2495974504" sldId="300"/>
            <ac:spMk id="11" creationId="{E709712C-B754-C56E-6DA0-52CE9384CBA1}"/>
          </ac:spMkLst>
        </pc:spChg>
        <pc:spChg chg="mod">
          <ac:chgData name="NISHANT NANASAHEB JAGTAP" userId="ee7e36ae-7531-471f-9344-44e1758b777a" providerId="ADAL" clId="{3BB827B1-449D-4AC6-9166-B72710051B6C}" dt="2025-06-12T20:43:25.856" v="8830" actId="1036"/>
          <ac:spMkLst>
            <pc:docMk/>
            <pc:sldMk cId="2495974504" sldId="300"/>
            <ac:spMk id="12" creationId="{192C8600-0B40-95F1-A73D-13AB397FE13D}"/>
          </ac:spMkLst>
        </pc:spChg>
        <pc:spChg chg="mod">
          <ac:chgData name="NISHANT NANASAHEB JAGTAP" userId="ee7e36ae-7531-471f-9344-44e1758b777a" providerId="ADAL" clId="{3BB827B1-449D-4AC6-9166-B72710051B6C}" dt="2025-06-12T20:43:25.856" v="8830" actId="1036"/>
          <ac:spMkLst>
            <pc:docMk/>
            <pc:sldMk cId="2495974504" sldId="300"/>
            <ac:spMk id="13" creationId="{FEC7C398-DCDD-3206-0E55-460DFE6C285A}"/>
          </ac:spMkLst>
        </pc:spChg>
        <pc:spChg chg="mod">
          <ac:chgData name="NISHANT NANASAHEB JAGTAP" userId="ee7e36ae-7531-471f-9344-44e1758b777a" providerId="ADAL" clId="{3BB827B1-449D-4AC6-9166-B72710051B6C}" dt="2025-06-12T20:43:25.856" v="8830" actId="1036"/>
          <ac:spMkLst>
            <pc:docMk/>
            <pc:sldMk cId="2495974504" sldId="300"/>
            <ac:spMk id="14" creationId="{0F792435-A1F9-223F-11A9-4528F56837A4}"/>
          </ac:spMkLst>
        </pc:spChg>
        <pc:spChg chg="mod">
          <ac:chgData name="NISHANT NANASAHEB JAGTAP" userId="ee7e36ae-7531-471f-9344-44e1758b777a" providerId="ADAL" clId="{3BB827B1-449D-4AC6-9166-B72710051B6C}" dt="2025-06-12T20:43:25.856" v="8830" actId="1036"/>
          <ac:spMkLst>
            <pc:docMk/>
            <pc:sldMk cId="2495974504" sldId="300"/>
            <ac:spMk id="15" creationId="{20BE72BB-5F05-184F-59DA-7DA66015F79C}"/>
          </ac:spMkLst>
        </pc:spChg>
        <pc:spChg chg="add mod">
          <ac:chgData name="NISHANT NANASAHEB JAGTAP" userId="ee7e36ae-7531-471f-9344-44e1758b777a" providerId="ADAL" clId="{3BB827B1-449D-4AC6-9166-B72710051B6C}" dt="2025-06-12T17:39:18.615" v="7064" actId="2711"/>
          <ac:spMkLst>
            <pc:docMk/>
            <pc:sldMk cId="2495974504" sldId="300"/>
            <ac:spMk id="27" creationId="{B3D381D1-9A16-9F00-79C0-4FDB09A20B91}"/>
          </ac:spMkLst>
        </pc:spChg>
        <pc:spChg chg="add mod">
          <ac:chgData name="NISHANT NANASAHEB JAGTAP" userId="ee7e36ae-7531-471f-9344-44e1758b777a" providerId="ADAL" clId="{3BB827B1-449D-4AC6-9166-B72710051B6C}" dt="2025-06-12T17:39:26.025" v="7065" actId="2711"/>
          <ac:spMkLst>
            <pc:docMk/>
            <pc:sldMk cId="2495974504" sldId="300"/>
            <ac:spMk id="28" creationId="{5B52F23E-7530-CD05-430D-646A1CEE2503}"/>
          </ac:spMkLst>
        </pc:spChg>
        <pc:spChg chg="add mod">
          <ac:chgData name="NISHANT NANASAHEB JAGTAP" userId="ee7e36ae-7531-471f-9344-44e1758b777a" providerId="ADAL" clId="{3BB827B1-449D-4AC6-9166-B72710051B6C}" dt="2025-06-12T17:39:06.501" v="7062" actId="2711"/>
          <ac:spMkLst>
            <pc:docMk/>
            <pc:sldMk cId="2495974504" sldId="300"/>
            <ac:spMk id="29" creationId="{8B27B62A-9689-E208-A6DB-DD29C9B33850}"/>
          </ac:spMkLst>
        </pc:spChg>
        <pc:spChg chg="add mod">
          <ac:chgData name="NISHANT NANASAHEB JAGTAP" userId="ee7e36ae-7531-471f-9344-44e1758b777a" providerId="ADAL" clId="{3BB827B1-449D-4AC6-9166-B72710051B6C}" dt="2025-06-12T17:39:11.677" v="7063" actId="2711"/>
          <ac:spMkLst>
            <pc:docMk/>
            <pc:sldMk cId="2495974504" sldId="300"/>
            <ac:spMk id="30" creationId="{92A8A0ED-AF70-2B38-B108-44C9CBAAB522}"/>
          </ac:spMkLst>
        </pc:spChg>
        <pc:spChg chg="add mod">
          <ac:chgData name="NISHANT NANASAHEB JAGTAP" userId="ee7e36ae-7531-471f-9344-44e1758b777a" providerId="ADAL" clId="{3BB827B1-449D-4AC6-9166-B72710051B6C}" dt="2025-06-12T20:42:58.497" v="8810" actId="1076"/>
          <ac:spMkLst>
            <pc:docMk/>
            <pc:sldMk cId="2495974504" sldId="300"/>
            <ac:spMk id="31" creationId="{E25CAEEA-F14B-19E2-509D-DBEA15E9668A}"/>
          </ac:spMkLst>
        </pc:spChg>
        <pc:spChg chg="add mod">
          <ac:chgData name="NISHANT NANASAHEB JAGTAP" userId="ee7e36ae-7531-471f-9344-44e1758b777a" providerId="ADAL" clId="{3BB827B1-449D-4AC6-9166-B72710051B6C}" dt="2025-06-12T20:44:02.562" v="8837" actId="1076"/>
          <ac:spMkLst>
            <pc:docMk/>
            <pc:sldMk cId="2495974504" sldId="300"/>
            <ac:spMk id="32" creationId="{28547E06-6E21-3226-1FA2-992876D815E5}"/>
          </ac:spMkLst>
        </pc:spChg>
        <pc:spChg chg="add mod">
          <ac:chgData name="NISHANT NANASAHEB JAGTAP" userId="ee7e36ae-7531-471f-9344-44e1758b777a" providerId="ADAL" clId="{3BB827B1-449D-4AC6-9166-B72710051B6C}" dt="2025-06-12T20:44:08.599" v="8843" actId="1036"/>
          <ac:spMkLst>
            <pc:docMk/>
            <pc:sldMk cId="2495974504" sldId="300"/>
            <ac:spMk id="33" creationId="{0662F97D-61B6-5A03-6230-B5ADA4E8A38E}"/>
          </ac:spMkLst>
        </pc:spChg>
        <pc:graphicFrameChg chg="mod modGraphic">
          <ac:chgData name="NISHANT NANASAHEB JAGTAP" userId="ee7e36ae-7531-471f-9344-44e1758b777a" providerId="ADAL" clId="{3BB827B1-449D-4AC6-9166-B72710051B6C}" dt="2025-06-12T20:43:25.856" v="8830" actId="1036"/>
          <ac:graphicFrameMkLst>
            <pc:docMk/>
            <pc:sldMk cId="2495974504" sldId="300"/>
            <ac:graphicFrameMk id="9" creationId="{EEC5D7DB-F08C-D1D6-5793-5F5A5139CCBC}"/>
          </ac:graphicFrameMkLst>
        </pc:graphicFrameChg>
        <pc:graphicFrameChg chg="mod modGraphic">
          <ac:chgData name="NISHANT NANASAHEB JAGTAP" userId="ee7e36ae-7531-471f-9344-44e1758b777a" providerId="ADAL" clId="{3BB827B1-449D-4AC6-9166-B72710051B6C}" dt="2025-06-11T19:02:26.403" v="2749" actId="1076"/>
          <ac:graphicFrameMkLst>
            <pc:docMk/>
            <pc:sldMk cId="2495974504" sldId="300"/>
            <ac:graphicFrameMk id="16" creationId="{39086DFD-8F00-97F3-7C7A-FC6CA2C0D735}"/>
          </ac:graphicFrameMkLst>
        </pc:graphicFrameChg>
        <pc:graphicFrameChg chg="add mod ord modGraphic">
          <ac:chgData name="NISHANT NANASAHEB JAGTAP" userId="ee7e36ae-7531-471f-9344-44e1758b777a" providerId="ADAL" clId="{3BB827B1-449D-4AC6-9166-B72710051B6C}" dt="2025-06-11T19:45:52.293" v="3221" actId="1036"/>
          <ac:graphicFrameMkLst>
            <pc:docMk/>
            <pc:sldMk cId="2495974504" sldId="300"/>
            <ac:graphicFrameMk id="17" creationId="{3697A625-3885-C768-03D8-9C7ADD8D13B0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2T17:39:33.288" v="7066" actId="2711"/>
          <ac:graphicFrameMkLst>
            <pc:docMk/>
            <pc:sldMk cId="2495974504" sldId="300"/>
            <ac:graphicFrameMk id="22" creationId="{43DD77D0-F611-CF47-C6BE-90B1DD525713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2T17:39:37.714" v="7067" actId="2711"/>
          <ac:graphicFrameMkLst>
            <pc:docMk/>
            <pc:sldMk cId="2495974504" sldId="300"/>
            <ac:graphicFrameMk id="25" creationId="{D2890BEA-80B3-3597-69FC-1D754DE79F85}"/>
          </ac:graphicFrameMkLst>
        </pc:graphicFrameChg>
        <pc:graphicFrameChg chg="add mod">
          <ac:chgData name="NISHANT NANASAHEB JAGTAP" userId="ee7e36ae-7531-471f-9344-44e1758b777a" providerId="ADAL" clId="{3BB827B1-449D-4AC6-9166-B72710051B6C}" dt="2025-06-11T19:45:52.293" v="3221" actId="1036"/>
          <ac:graphicFrameMkLst>
            <pc:docMk/>
            <pc:sldMk cId="2495974504" sldId="300"/>
            <ac:graphicFrameMk id="26" creationId="{B27BF6FF-CF8D-76E4-76B1-3136264CF9CF}"/>
          </ac:graphicFrameMkLst>
        </pc:graphicFrameChg>
        <pc:picChg chg="add mod">
          <ac:chgData name="NISHANT NANASAHEB JAGTAP" userId="ee7e36ae-7531-471f-9344-44e1758b777a" providerId="ADAL" clId="{3BB827B1-449D-4AC6-9166-B72710051B6C}" dt="2025-06-12T20:44:08.599" v="8843" actId="1036"/>
          <ac:picMkLst>
            <pc:docMk/>
            <pc:sldMk cId="2495974504" sldId="300"/>
            <ac:picMk id="21" creationId="{D48A523E-A18B-D604-C1F3-E2E433AF09C6}"/>
          </ac:picMkLst>
        </pc:picChg>
      </pc:sldChg>
      <pc:sldChg chg="addSp delSp modSp new mod">
        <pc:chgData name="NISHANT NANASAHEB JAGTAP" userId="ee7e36ae-7531-471f-9344-44e1758b777a" providerId="ADAL" clId="{3BB827B1-449D-4AC6-9166-B72710051B6C}" dt="2025-06-12T21:06:07.838" v="8984" actId="1582"/>
        <pc:sldMkLst>
          <pc:docMk/>
          <pc:sldMk cId="4101998897" sldId="301"/>
        </pc:sldMkLst>
        <pc:spChg chg="mod">
          <ac:chgData name="NISHANT NANASAHEB JAGTAP" userId="ee7e36ae-7531-471f-9344-44e1758b777a" providerId="ADAL" clId="{3BB827B1-449D-4AC6-9166-B72710051B6C}" dt="2025-06-12T17:57:16.524" v="7173" actId="108"/>
          <ac:spMkLst>
            <pc:docMk/>
            <pc:sldMk cId="4101998897" sldId="301"/>
            <ac:spMk id="2" creationId="{9D0B3221-55E7-6534-ED99-8A89F075DDF5}"/>
          </ac:spMkLst>
        </pc:spChg>
        <pc:spChg chg="add mod">
          <ac:chgData name="NISHANT NANASAHEB JAGTAP" userId="ee7e36ae-7531-471f-9344-44e1758b777a" providerId="ADAL" clId="{3BB827B1-449D-4AC6-9166-B72710051B6C}" dt="2025-06-11T21:03:54.102" v="4161" actId="1037"/>
          <ac:spMkLst>
            <pc:docMk/>
            <pc:sldMk cId="4101998897" sldId="301"/>
            <ac:spMk id="8" creationId="{AACDE7FE-3127-8A83-D1F1-BA88FA05305D}"/>
          </ac:spMkLst>
        </pc:spChg>
        <pc:spChg chg="add mod">
          <ac:chgData name="NISHANT NANASAHEB JAGTAP" userId="ee7e36ae-7531-471f-9344-44e1758b777a" providerId="ADAL" clId="{3BB827B1-449D-4AC6-9166-B72710051B6C}" dt="2025-06-12T17:38:00.015" v="7056" actId="2711"/>
          <ac:spMkLst>
            <pc:docMk/>
            <pc:sldMk cId="4101998897" sldId="301"/>
            <ac:spMk id="13" creationId="{E9F4E6C3-0F3D-0134-CE8B-3503B0781C86}"/>
          </ac:spMkLst>
        </pc:spChg>
        <pc:spChg chg="add mod">
          <ac:chgData name="NISHANT NANASAHEB JAGTAP" userId="ee7e36ae-7531-471f-9344-44e1758b777a" providerId="ADAL" clId="{3BB827B1-449D-4AC6-9166-B72710051B6C}" dt="2025-06-12T21:06:07.838" v="8984" actId="1582"/>
          <ac:spMkLst>
            <pc:docMk/>
            <pc:sldMk cId="4101998897" sldId="301"/>
            <ac:spMk id="14" creationId="{0D081012-C0FE-4C13-FF93-928266BEDC58}"/>
          </ac:spMkLst>
        </pc:spChg>
        <pc:spChg chg="add mod">
          <ac:chgData name="NISHANT NANASAHEB JAGTAP" userId="ee7e36ae-7531-471f-9344-44e1758b777a" providerId="ADAL" clId="{3BB827B1-449D-4AC6-9166-B72710051B6C}" dt="2025-06-12T02:05:24.871" v="4395" actId="1036"/>
          <ac:spMkLst>
            <pc:docMk/>
            <pc:sldMk cId="4101998897" sldId="301"/>
            <ac:spMk id="15" creationId="{C0C68383-CA28-14F3-4997-CDA25F3D60C6}"/>
          </ac:spMkLst>
        </pc:spChg>
        <pc:spChg chg="add mod">
          <ac:chgData name="NISHANT NANASAHEB JAGTAP" userId="ee7e36ae-7531-471f-9344-44e1758b777a" providerId="ADAL" clId="{3BB827B1-449D-4AC6-9166-B72710051B6C}" dt="2025-06-12T20:52:03.460" v="8975" actId="1076"/>
          <ac:spMkLst>
            <pc:docMk/>
            <pc:sldMk cId="4101998897" sldId="301"/>
            <ac:spMk id="16" creationId="{DF3DF9E5-FBCC-A55B-D25F-225709369ACD}"/>
          </ac:spMkLst>
        </pc:spChg>
        <pc:spChg chg="add mod">
          <ac:chgData name="NISHANT NANASAHEB JAGTAP" userId="ee7e36ae-7531-471f-9344-44e1758b777a" providerId="ADAL" clId="{3BB827B1-449D-4AC6-9166-B72710051B6C}" dt="2025-06-12T21:05:49.168" v="8982" actId="1076"/>
          <ac:spMkLst>
            <pc:docMk/>
            <pc:sldMk cId="4101998897" sldId="301"/>
            <ac:spMk id="17" creationId="{CECD088D-CFF3-8C93-05D0-16E6FE608242}"/>
          </ac:spMkLst>
        </pc:spChg>
        <pc:graphicFrameChg chg="add mod modGraphic">
          <ac:chgData name="NISHANT NANASAHEB JAGTAP" userId="ee7e36ae-7531-471f-9344-44e1758b777a" providerId="ADAL" clId="{3BB827B1-449D-4AC6-9166-B72710051B6C}" dt="2025-06-12T18:45:56.106" v="7559" actId="20577"/>
          <ac:graphicFrameMkLst>
            <pc:docMk/>
            <pc:sldMk cId="4101998897" sldId="301"/>
            <ac:graphicFrameMk id="12" creationId="{847F3D8B-69F1-1FDB-B1FE-E907C7026A97}"/>
          </ac:graphicFrameMkLst>
        </pc:graphicFrameChg>
        <pc:picChg chg="add mod">
          <ac:chgData name="NISHANT NANASAHEB JAGTAP" userId="ee7e36ae-7531-471f-9344-44e1758b777a" providerId="ADAL" clId="{3BB827B1-449D-4AC6-9166-B72710051B6C}" dt="2025-06-12T20:46:07.601" v="8869" actId="931"/>
          <ac:picMkLst>
            <pc:docMk/>
            <pc:sldMk cId="4101998897" sldId="301"/>
            <ac:picMk id="7" creationId="{661E9432-6696-F4C1-A665-A87E97F4D286}"/>
          </ac:picMkLst>
        </pc:picChg>
        <pc:picChg chg="add mod modCrop">
          <ac:chgData name="NISHANT NANASAHEB JAGTAP" userId="ee7e36ae-7531-471f-9344-44e1758b777a" providerId="ADAL" clId="{3BB827B1-449D-4AC6-9166-B72710051B6C}" dt="2025-06-12T20:48:10.545" v="8884" actId="1076"/>
          <ac:picMkLst>
            <pc:docMk/>
            <pc:sldMk cId="4101998897" sldId="301"/>
            <ac:picMk id="10" creationId="{CC8B0FF0-9735-B950-0145-24344E57D3A7}"/>
          </ac:picMkLst>
        </pc:picChg>
        <pc:picChg chg="add mod">
          <ac:chgData name="NISHANT NANASAHEB JAGTAP" userId="ee7e36ae-7531-471f-9344-44e1758b777a" providerId="ADAL" clId="{3BB827B1-449D-4AC6-9166-B72710051B6C}" dt="2025-06-12T21:05:40.231" v="8980" actId="1076"/>
          <ac:picMkLst>
            <pc:docMk/>
            <pc:sldMk cId="4101998897" sldId="301"/>
            <ac:picMk id="11" creationId="{76D5A717-3262-DDCA-8DAE-89A40DEC93D6}"/>
          </ac:picMkLst>
        </pc:picChg>
      </pc:sldChg>
      <pc:sldChg chg="addSp delSp modSp new mod">
        <pc:chgData name="NISHANT NANASAHEB JAGTAP" userId="ee7e36ae-7531-471f-9344-44e1758b777a" providerId="ADAL" clId="{3BB827B1-449D-4AC6-9166-B72710051B6C}" dt="2025-06-12T21:31:21.658" v="9580" actId="1076"/>
        <pc:sldMkLst>
          <pc:docMk/>
          <pc:sldMk cId="1446903908" sldId="302"/>
        </pc:sldMkLst>
        <pc:spChg chg="mod">
          <ac:chgData name="NISHANT NANASAHEB JAGTAP" userId="ee7e36ae-7531-471f-9344-44e1758b777a" providerId="ADAL" clId="{3BB827B1-449D-4AC6-9166-B72710051B6C}" dt="2025-06-12T17:57:20.878" v="7174" actId="108"/>
          <ac:spMkLst>
            <pc:docMk/>
            <pc:sldMk cId="1446903908" sldId="302"/>
            <ac:spMk id="2" creationId="{76CE0E74-6819-625C-204C-499625622FF7}"/>
          </ac:spMkLst>
        </pc:spChg>
        <pc:spChg chg="add mod">
          <ac:chgData name="NISHANT NANASAHEB JAGTAP" userId="ee7e36ae-7531-471f-9344-44e1758b777a" providerId="ADAL" clId="{3BB827B1-449D-4AC6-9166-B72710051B6C}" dt="2025-06-12T20:52:34.292" v="8976" actId="1076"/>
          <ac:spMkLst>
            <pc:docMk/>
            <pc:sldMk cId="1446903908" sldId="302"/>
            <ac:spMk id="10" creationId="{D3FDA6D5-FB2D-8D17-AEE3-2064651E6CC2}"/>
          </ac:spMkLst>
        </pc:spChg>
        <pc:spChg chg="add del mod">
          <ac:chgData name="NISHANT NANASAHEB JAGTAP" userId="ee7e36ae-7531-471f-9344-44e1758b777a" providerId="ADAL" clId="{3BB827B1-449D-4AC6-9166-B72710051B6C}" dt="2025-06-12T01:52:37.335" v="4296" actId="21"/>
          <ac:spMkLst>
            <pc:docMk/>
            <pc:sldMk cId="1446903908" sldId="302"/>
            <ac:spMk id="11" creationId="{A5970F4D-4421-39C3-7E2C-D1D301B9F8DF}"/>
          </ac:spMkLst>
        </pc:spChg>
        <pc:spChg chg="add mod">
          <ac:chgData name="NISHANT NANASAHEB JAGTAP" userId="ee7e36ae-7531-471f-9344-44e1758b777a" providerId="ADAL" clId="{3BB827B1-449D-4AC6-9166-B72710051B6C}" dt="2025-06-12T20:52:34.292" v="8976" actId="1076"/>
          <ac:spMkLst>
            <pc:docMk/>
            <pc:sldMk cId="1446903908" sldId="302"/>
            <ac:spMk id="11" creationId="{ED17AA8A-A53C-B68B-19E5-5570C2F1D577}"/>
          </ac:spMkLst>
        </pc:spChg>
        <pc:spChg chg="add mod">
          <ac:chgData name="NISHANT NANASAHEB JAGTAP" userId="ee7e36ae-7531-471f-9344-44e1758b777a" providerId="ADAL" clId="{3BB827B1-449D-4AC6-9166-B72710051B6C}" dt="2025-06-12T20:52:34.292" v="8976" actId="1076"/>
          <ac:spMkLst>
            <pc:docMk/>
            <pc:sldMk cId="1446903908" sldId="302"/>
            <ac:spMk id="12" creationId="{6DDA54B9-BA8D-95B0-4505-80900F1B405B}"/>
          </ac:spMkLst>
        </pc:spChg>
        <pc:spChg chg="add del mod">
          <ac:chgData name="NISHANT NANASAHEB JAGTAP" userId="ee7e36ae-7531-471f-9344-44e1758b777a" providerId="ADAL" clId="{3BB827B1-449D-4AC6-9166-B72710051B6C}" dt="2025-06-12T01:53:13.033" v="4300" actId="478"/>
          <ac:spMkLst>
            <pc:docMk/>
            <pc:sldMk cId="1446903908" sldId="302"/>
            <ac:spMk id="12" creationId="{8D609EB1-CEA3-BAAD-4B93-16908470C023}"/>
          </ac:spMkLst>
        </pc:spChg>
        <pc:spChg chg="add mod">
          <ac:chgData name="NISHANT NANASAHEB JAGTAP" userId="ee7e36ae-7531-471f-9344-44e1758b777a" providerId="ADAL" clId="{3BB827B1-449D-4AC6-9166-B72710051B6C}" dt="2025-06-12T18:43:20.993" v="7525" actId="14100"/>
          <ac:spMkLst>
            <pc:docMk/>
            <pc:sldMk cId="1446903908" sldId="302"/>
            <ac:spMk id="14" creationId="{480736E2-F273-95F2-1B23-8DD41037D6EF}"/>
          </ac:spMkLst>
        </pc:spChg>
        <pc:spChg chg="add del mod">
          <ac:chgData name="NISHANT NANASAHEB JAGTAP" userId="ee7e36ae-7531-471f-9344-44e1758b777a" providerId="ADAL" clId="{3BB827B1-449D-4AC6-9166-B72710051B6C}" dt="2025-06-12T18:43:23.525" v="7526" actId="478"/>
          <ac:spMkLst>
            <pc:docMk/>
            <pc:sldMk cId="1446903908" sldId="302"/>
            <ac:spMk id="16" creationId="{3C1D67CB-2FFD-77D1-B47A-3C665B3D2388}"/>
          </ac:spMkLst>
        </pc:spChg>
        <pc:spChg chg="add del mod">
          <ac:chgData name="NISHANT NANASAHEB JAGTAP" userId="ee7e36ae-7531-471f-9344-44e1758b777a" providerId="ADAL" clId="{3BB827B1-449D-4AC6-9166-B72710051B6C}" dt="2025-06-12T18:42:48.982" v="7516" actId="478"/>
          <ac:spMkLst>
            <pc:docMk/>
            <pc:sldMk cId="1446903908" sldId="302"/>
            <ac:spMk id="17" creationId="{DD8CCC71-F05A-DB21-4415-2B82AEB2067E}"/>
          </ac:spMkLst>
        </pc:spChg>
        <pc:spChg chg="add del mod">
          <ac:chgData name="NISHANT NANASAHEB JAGTAP" userId="ee7e36ae-7531-471f-9344-44e1758b777a" providerId="ADAL" clId="{3BB827B1-449D-4AC6-9166-B72710051B6C}" dt="2025-06-12T18:42:51.129" v="7517" actId="478"/>
          <ac:spMkLst>
            <pc:docMk/>
            <pc:sldMk cId="1446903908" sldId="302"/>
            <ac:spMk id="18" creationId="{DA978013-524D-1619-B40F-BFF3218AC0E0}"/>
          </ac:spMkLst>
        </pc:spChg>
        <pc:spChg chg="add del mod">
          <ac:chgData name="NISHANT NANASAHEB JAGTAP" userId="ee7e36ae-7531-471f-9344-44e1758b777a" providerId="ADAL" clId="{3BB827B1-449D-4AC6-9166-B72710051B6C}" dt="2025-06-12T18:42:52.133" v="7518" actId="478"/>
          <ac:spMkLst>
            <pc:docMk/>
            <pc:sldMk cId="1446903908" sldId="302"/>
            <ac:spMk id="19" creationId="{95B029E2-ABEC-635D-21A7-B2DB0CE353C2}"/>
          </ac:spMkLst>
        </pc:spChg>
        <pc:spChg chg="add mod">
          <ac:chgData name="NISHANT NANASAHEB JAGTAP" userId="ee7e36ae-7531-471f-9344-44e1758b777a" providerId="ADAL" clId="{3BB827B1-449D-4AC6-9166-B72710051B6C}" dt="2025-06-12T18:43:47.537" v="7534" actId="1076"/>
          <ac:spMkLst>
            <pc:docMk/>
            <pc:sldMk cId="1446903908" sldId="302"/>
            <ac:spMk id="20" creationId="{662FDC87-F3D1-221E-79DA-533DA77011B7}"/>
          </ac:spMkLst>
        </pc:spChg>
        <pc:spChg chg="add mod">
          <ac:chgData name="NISHANT NANASAHEB JAGTAP" userId="ee7e36ae-7531-471f-9344-44e1758b777a" providerId="ADAL" clId="{3BB827B1-449D-4AC6-9166-B72710051B6C}" dt="2025-06-12T18:43:38.477" v="7531" actId="1076"/>
          <ac:spMkLst>
            <pc:docMk/>
            <pc:sldMk cId="1446903908" sldId="302"/>
            <ac:spMk id="23" creationId="{56D2686F-9F1A-3AE0-6C28-86F975D57102}"/>
          </ac:spMkLst>
        </pc:spChg>
        <pc:spChg chg="add mod">
          <ac:chgData name="NISHANT NANASAHEB JAGTAP" userId="ee7e36ae-7531-471f-9344-44e1758b777a" providerId="ADAL" clId="{3BB827B1-449D-4AC6-9166-B72710051B6C}" dt="2025-06-12T18:43:31.664" v="7530" actId="1076"/>
          <ac:spMkLst>
            <pc:docMk/>
            <pc:sldMk cId="1446903908" sldId="302"/>
            <ac:spMk id="26" creationId="{26509325-04EF-C581-FA69-8C871EA1180B}"/>
          </ac:spMkLst>
        </pc:spChg>
        <pc:spChg chg="add mod">
          <ac:chgData name="NISHANT NANASAHEB JAGTAP" userId="ee7e36ae-7531-471f-9344-44e1758b777a" providerId="ADAL" clId="{3BB827B1-449D-4AC6-9166-B72710051B6C}" dt="2025-06-12T18:44:01.006" v="7535" actId="1076"/>
          <ac:spMkLst>
            <pc:docMk/>
            <pc:sldMk cId="1446903908" sldId="302"/>
            <ac:spMk id="28" creationId="{C1C2083B-9FD4-A35C-84A9-437636E00651}"/>
          </ac:spMkLst>
        </pc:spChg>
        <pc:spChg chg="add mod">
          <ac:chgData name="NISHANT NANASAHEB JAGTAP" userId="ee7e36ae-7531-471f-9344-44e1758b777a" providerId="ADAL" clId="{3BB827B1-449D-4AC6-9166-B72710051B6C}" dt="2025-06-12T18:44:48.705" v="7548" actId="1076"/>
          <ac:spMkLst>
            <pc:docMk/>
            <pc:sldMk cId="1446903908" sldId="302"/>
            <ac:spMk id="29" creationId="{791A5FFF-BF9F-2004-F06F-F914B01BC6AE}"/>
          </ac:spMkLst>
        </pc:spChg>
        <pc:spChg chg="add mod">
          <ac:chgData name="NISHANT NANASAHEB JAGTAP" userId="ee7e36ae-7531-471f-9344-44e1758b777a" providerId="ADAL" clId="{3BB827B1-449D-4AC6-9166-B72710051B6C}" dt="2025-06-12T21:07:46.867" v="9032" actId="20577"/>
          <ac:spMkLst>
            <pc:docMk/>
            <pc:sldMk cId="1446903908" sldId="302"/>
            <ac:spMk id="33" creationId="{122DB14F-1EF1-2574-F25D-EA4383549ECF}"/>
          </ac:spMkLst>
        </pc:spChg>
        <pc:spChg chg="add mod">
          <ac:chgData name="NISHANT NANASAHEB JAGTAP" userId="ee7e36ae-7531-471f-9344-44e1758b777a" providerId="ADAL" clId="{3BB827B1-449D-4AC6-9166-B72710051B6C}" dt="2025-06-12T21:08:52.992" v="9038" actId="1076"/>
          <ac:spMkLst>
            <pc:docMk/>
            <pc:sldMk cId="1446903908" sldId="302"/>
            <ac:spMk id="35" creationId="{D7E2C643-79E6-C258-48C3-AA451476AB4B}"/>
          </ac:spMkLst>
        </pc:spChg>
        <pc:graphicFrameChg chg="add mod modGraphic">
          <ac:chgData name="NISHANT NANASAHEB JAGTAP" userId="ee7e36ae-7531-471f-9344-44e1758b777a" providerId="ADAL" clId="{3BB827B1-449D-4AC6-9166-B72710051B6C}" dt="2025-06-12T21:31:21.658" v="9580" actId="1076"/>
          <ac:graphicFrameMkLst>
            <pc:docMk/>
            <pc:sldMk cId="1446903908" sldId="302"/>
            <ac:graphicFrameMk id="7" creationId="{5F9928F1-9B4A-DC79-B6EF-B6276605316D}"/>
          </ac:graphicFrameMkLst>
        </pc:graphicFrameChg>
        <pc:picChg chg="add mod">
          <ac:chgData name="NISHANT NANASAHEB JAGTAP" userId="ee7e36ae-7531-471f-9344-44e1758b777a" providerId="ADAL" clId="{3BB827B1-449D-4AC6-9166-B72710051B6C}" dt="2025-06-12T20:51:08.453" v="8950" actId="1076"/>
          <ac:picMkLst>
            <pc:docMk/>
            <pc:sldMk cId="1446903908" sldId="302"/>
            <ac:picMk id="3" creationId="{1CCEFFF9-30C0-E585-A793-77FC8B2A0F0E}"/>
          </ac:picMkLst>
        </pc:picChg>
        <pc:picChg chg="add mod">
          <ac:chgData name="NISHANT NANASAHEB JAGTAP" userId="ee7e36ae-7531-471f-9344-44e1758b777a" providerId="ADAL" clId="{3BB827B1-449D-4AC6-9166-B72710051B6C}" dt="2025-06-12T18:38:04.835" v="7500" actId="1076"/>
          <ac:picMkLst>
            <pc:docMk/>
            <pc:sldMk cId="1446903908" sldId="302"/>
            <ac:picMk id="8" creationId="{9CDCA2EA-E6A4-500B-86EC-0C9886C9D702}"/>
          </ac:picMkLst>
        </pc:picChg>
        <pc:picChg chg="add mod">
          <ac:chgData name="NISHANT NANASAHEB JAGTAP" userId="ee7e36ae-7531-471f-9344-44e1758b777a" providerId="ADAL" clId="{3BB827B1-449D-4AC6-9166-B72710051B6C}" dt="2025-06-12T20:51:15.484" v="8951" actId="1076"/>
          <ac:picMkLst>
            <pc:docMk/>
            <pc:sldMk cId="1446903908" sldId="302"/>
            <ac:picMk id="9" creationId="{6BEDB8E6-F10A-AA11-501D-9C6A86C1A5E0}"/>
          </ac:picMkLst>
        </pc:picChg>
        <pc:picChg chg="add del mod">
          <ac:chgData name="NISHANT NANASAHEB JAGTAP" userId="ee7e36ae-7531-471f-9344-44e1758b777a" providerId="ADAL" clId="{3BB827B1-449D-4AC6-9166-B72710051B6C}" dt="2025-06-12T01:54:04.813" v="4306" actId="21"/>
          <ac:picMkLst>
            <pc:docMk/>
            <pc:sldMk cId="1446903908" sldId="302"/>
            <ac:picMk id="10" creationId="{6D1CC1E4-F041-5DFE-1D71-FA6A771F68EF}"/>
          </ac:picMkLst>
        </pc:picChg>
        <pc:picChg chg="add del mod">
          <ac:chgData name="NISHANT NANASAHEB JAGTAP" userId="ee7e36ae-7531-471f-9344-44e1758b777a" providerId="ADAL" clId="{3BB827B1-449D-4AC6-9166-B72710051B6C}" dt="2025-06-12T18:42:40.835" v="7514" actId="478"/>
          <ac:picMkLst>
            <pc:docMk/>
            <pc:sldMk cId="1446903908" sldId="302"/>
            <ac:picMk id="13" creationId="{1AB36757-FFDF-D2D0-F9F0-C70F8BE435B8}"/>
          </ac:picMkLst>
        </pc:picChg>
        <pc:picChg chg="add del mod">
          <ac:chgData name="NISHANT NANASAHEB JAGTAP" userId="ee7e36ae-7531-471f-9344-44e1758b777a" providerId="ADAL" clId="{3BB827B1-449D-4AC6-9166-B72710051B6C}" dt="2025-06-12T01:53:15.051" v="4301" actId="21"/>
          <ac:picMkLst>
            <pc:docMk/>
            <pc:sldMk cId="1446903908" sldId="302"/>
            <ac:picMk id="14" creationId="{1AB36757-FFDF-D2D0-F9F0-C70F8BE435B8}"/>
          </ac:picMkLst>
        </pc:picChg>
        <pc:picChg chg="add del mod">
          <ac:chgData name="NISHANT NANASAHEB JAGTAP" userId="ee7e36ae-7531-471f-9344-44e1758b777a" providerId="ADAL" clId="{3BB827B1-449D-4AC6-9166-B72710051B6C}" dt="2025-06-12T18:38:31.357" v="7505" actId="478"/>
          <ac:picMkLst>
            <pc:docMk/>
            <pc:sldMk cId="1446903908" sldId="302"/>
            <ac:picMk id="15" creationId="{C81AC9B3-89EC-C77F-9894-688A30BD512D}"/>
          </ac:picMkLst>
        </pc:picChg>
        <pc:picChg chg="add del mod">
          <ac:chgData name="NISHANT NANASAHEB JAGTAP" userId="ee7e36ae-7531-471f-9344-44e1758b777a" providerId="ADAL" clId="{3BB827B1-449D-4AC6-9166-B72710051B6C}" dt="2025-06-12T18:38:29.922" v="7504" actId="478"/>
          <ac:picMkLst>
            <pc:docMk/>
            <pc:sldMk cId="1446903908" sldId="302"/>
            <ac:picMk id="34" creationId="{3176AAF0-42A5-C3C5-1A11-CC21708457EC}"/>
          </ac:picMkLst>
        </pc:picChg>
        <pc:cxnChg chg="add mod">
          <ac:chgData name="NISHANT NANASAHEB JAGTAP" userId="ee7e36ae-7531-471f-9344-44e1758b777a" providerId="ADAL" clId="{3BB827B1-449D-4AC6-9166-B72710051B6C}" dt="2025-06-12T18:44:15.502" v="7538" actId="14100"/>
          <ac:cxnSpMkLst>
            <pc:docMk/>
            <pc:sldMk cId="1446903908" sldId="302"/>
            <ac:cxnSpMk id="21" creationId="{50A5D609-0DFB-275E-A8F0-3D7B0235BA9A}"/>
          </ac:cxnSpMkLst>
        </pc:cxnChg>
        <pc:cxnChg chg="add mod">
          <ac:chgData name="NISHANT NANASAHEB JAGTAP" userId="ee7e36ae-7531-471f-9344-44e1758b777a" providerId="ADAL" clId="{3BB827B1-449D-4AC6-9166-B72710051B6C}" dt="2025-06-12T18:44:20.930" v="7540" actId="14100"/>
          <ac:cxnSpMkLst>
            <pc:docMk/>
            <pc:sldMk cId="1446903908" sldId="302"/>
            <ac:cxnSpMk id="22" creationId="{FD7B5C7F-63D4-BE33-C283-D80C5DAD8A6B}"/>
          </ac:cxnSpMkLst>
        </pc:cxnChg>
        <pc:cxnChg chg="add mod">
          <ac:chgData name="NISHANT NANASAHEB JAGTAP" userId="ee7e36ae-7531-471f-9344-44e1758b777a" providerId="ADAL" clId="{3BB827B1-449D-4AC6-9166-B72710051B6C}" dt="2025-06-12T18:44:28.661" v="7542" actId="14100"/>
          <ac:cxnSpMkLst>
            <pc:docMk/>
            <pc:sldMk cId="1446903908" sldId="302"/>
            <ac:cxnSpMk id="24" creationId="{42F2BE98-1364-EDEE-F890-DF5AAEF9545A}"/>
          </ac:cxnSpMkLst>
        </pc:cxnChg>
        <pc:cxnChg chg="add mod">
          <ac:chgData name="NISHANT NANASAHEB JAGTAP" userId="ee7e36ae-7531-471f-9344-44e1758b777a" providerId="ADAL" clId="{3BB827B1-449D-4AC6-9166-B72710051B6C}" dt="2025-06-12T18:44:38.674" v="7547" actId="14100"/>
          <ac:cxnSpMkLst>
            <pc:docMk/>
            <pc:sldMk cId="1446903908" sldId="302"/>
            <ac:cxnSpMk id="25" creationId="{AFF8E30B-FB54-E8B8-B866-BBA6914432BF}"/>
          </ac:cxnSpMkLst>
        </pc:cxnChg>
      </pc:sldChg>
      <pc:sldChg chg="addSp delSp modSp new del mod">
        <pc:chgData name="NISHANT NANASAHEB JAGTAP" userId="ee7e36ae-7531-471f-9344-44e1758b777a" providerId="ADAL" clId="{3BB827B1-449D-4AC6-9166-B72710051B6C}" dt="2025-06-12T13:36:06.227" v="6807" actId="2696"/>
        <pc:sldMkLst>
          <pc:docMk/>
          <pc:sldMk cId="4221755060" sldId="303"/>
        </pc:sldMkLst>
        <pc:spChg chg="mod">
          <ac:chgData name="NISHANT NANASAHEB JAGTAP" userId="ee7e36ae-7531-471f-9344-44e1758b777a" providerId="ADAL" clId="{3BB827B1-449D-4AC6-9166-B72710051B6C}" dt="2025-06-12T02:13:02.981" v="4478"/>
          <ac:spMkLst>
            <pc:docMk/>
            <pc:sldMk cId="4221755060" sldId="303"/>
            <ac:spMk id="2" creationId="{A8757019-8FC5-5E8F-3959-64CDE10B1FD8}"/>
          </ac:spMkLst>
        </pc:spChg>
        <pc:spChg chg="del">
          <ac:chgData name="NISHANT NANASAHEB JAGTAP" userId="ee7e36ae-7531-471f-9344-44e1758b777a" providerId="ADAL" clId="{3BB827B1-449D-4AC6-9166-B72710051B6C}" dt="2025-06-12T01:52:43.279" v="4298" actId="478"/>
          <ac:spMkLst>
            <pc:docMk/>
            <pc:sldMk cId="4221755060" sldId="303"/>
            <ac:spMk id="3" creationId="{62CC8924-94D5-6ABA-4E97-B1D8B137F284}"/>
          </ac:spMkLst>
        </pc:spChg>
        <pc:spChg chg="add del mod">
          <ac:chgData name="NISHANT NANASAHEB JAGTAP" userId="ee7e36ae-7531-471f-9344-44e1758b777a" providerId="ADAL" clId="{3BB827B1-449D-4AC6-9166-B72710051B6C}" dt="2025-06-12T02:20:05.899" v="4533" actId="21"/>
          <ac:spMkLst>
            <pc:docMk/>
            <pc:sldMk cId="4221755060" sldId="303"/>
            <ac:spMk id="11" creationId="{A5970F4D-4421-39C3-7E2C-D1D301B9F8DF}"/>
          </ac:spMkLst>
        </pc:spChg>
        <pc:spChg chg="add mod">
          <ac:chgData name="NISHANT NANASAHEB JAGTAP" userId="ee7e36ae-7531-471f-9344-44e1758b777a" providerId="ADAL" clId="{3BB827B1-449D-4AC6-9166-B72710051B6C}" dt="2025-06-12T05:56:58.981" v="5373" actId="1582"/>
          <ac:spMkLst>
            <pc:docMk/>
            <pc:sldMk cId="4221755060" sldId="303"/>
            <ac:spMk id="13" creationId="{2A94BD55-FEC4-F37A-A90D-89B0EFE5FFC6}"/>
          </ac:spMkLst>
        </pc:spChg>
        <pc:spChg chg="add mod">
          <ac:chgData name="NISHANT NANASAHEB JAGTAP" userId="ee7e36ae-7531-471f-9344-44e1758b777a" providerId="ADAL" clId="{3BB827B1-449D-4AC6-9166-B72710051B6C}" dt="2025-06-12T05:57:14.481" v="5376" actId="1076"/>
          <ac:spMkLst>
            <pc:docMk/>
            <pc:sldMk cId="4221755060" sldId="303"/>
            <ac:spMk id="15" creationId="{1B1721ED-2B48-2AD1-A6E9-522639FED2D6}"/>
          </ac:spMkLst>
        </pc:spChg>
        <pc:graphicFrameChg chg="add mod modGraphic">
          <ac:chgData name="NISHANT NANASAHEB JAGTAP" userId="ee7e36ae-7531-471f-9344-44e1758b777a" providerId="ADAL" clId="{3BB827B1-449D-4AC6-9166-B72710051B6C}" dt="2025-06-12T02:27:40.589" v="4614" actId="1076"/>
          <ac:graphicFrameMkLst>
            <pc:docMk/>
            <pc:sldMk cId="4221755060" sldId="303"/>
            <ac:graphicFrameMk id="8" creationId="{E50600FB-4FD9-D1EE-DE44-BDFAB3D00323}"/>
          </ac:graphicFrameMkLst>
        </pc:graphicFrameChg>
        <pc:graphicFrameChg chg="add mod">
          <ac:chgData name="NISHANT NANASAHEB JAGTAP" userId="ee7e36ae-7531-471f-9344-44e1758b777a" providerId="ADAL" clId="{3BB827B1-449D-4AC6-9166-B72710051B6C}" dt="2025-06-12T02:15:01.483" v="4491"/>
          <ac:graphicFrameMkLst>
            <pc:docMk/>
            <pc:sldMk cId="4221755060" sldId="303"/>
            <ac:graphicFrameMk id="9" creationId="{F1E1CE24-D439-2DB7-0977-F57B683FF657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2T12:56:16.817" v="6798"/>
          <ac:graphicFrameMkLst>
            <pc:docMk/>
            <pc:sldMk cId="4221755060" sldId="303"/>
            <ac:graphicFrameMk id="12" creationId="{631A1604-CF77-141C-297B-CC563A2EA942}"/>
          </ac:graphicFrameMkLst>
        </pc:graphicFrameChg>
        <pc:picChg chg="add del mod">
          <ac:chgData name="NISHANT NANASAHEB JAGTAP" userId="ee7e36ae-7531-471f-9344-44e1758b777a" providerId="ADAL" clId="{3BB827B1-449D-4AC6-9166-B72710051B6C}" dt="2025-06-12T06:00:04.088" v="5380" actId="21"/>
          <ac:picMkLst>
            <pc:docMk/>
            <pc:sldMk cId="4221755060" sldId="303"/>
            <ac:picMk id="7" creationId="{3176AAF0-42A5-C3C5-1A11-CC21708457EC}"/>
          </ac:picMkLst>
        </pc:picChg>
        <pc:picChg chg="add mod">
          <ac:chgData name="NISHANT NANASAHEB JAGTAP" userId="ee7e36ae-7531-471f-9344-44e1758b777a" providerId="ADAL" clId="{3BB827B1-449D-4AC6-9166-B72710051B6C}" dt="2025-06-12T06:51:04.646" v="5722" actId="1076"/>
          <ac:picMkLst>
            <pc:docMk/>
            <pc:sldMk cId="4221755060" sldId="303"/>
            <ac:picMk id="10" creationId="{6D1CC1E4-F041-5DFE-1D71-FA6A771F68EF}"/>
          </ac:picMkLst>
        </pc:picChg>
        <pc:picChg chg="add del mod">
          <ac:chgData name="NISHANT NANASAHEB JAGTAP" userId="ee7e36ae-7531-471f-9344-44e1758b777a" providerId="ADAL" clId="{3BB827B1-449D-4AC6-9166-B72710051B6C}" dt="2025-06-12T01:54:15.772" v="4309" actId="21"/>
          <ac:picMkLst>
            <pc:docMk/>
            <pc:sldMk cId="4221755060" sldId="303"/>
            <ac:picMk id="14" creationId="{1AB36757-FFDF-D2D0-F9F0-C70F8BE435B8}"/>
          </ac:picMkLst>
        </pc:picChg>
      </pc:sldChg>
      <pc:sldChg chg="addSp delSp modSp new mod">
        <pc:chgData name="NISHANT NANASAHEB JAGTAP" userId="ee7e36ae-7531-471f-9344-44e1758b777a" providerId="ADAL" clId="{3BB827B1-449D-4AC6-9166-B72710051B6C}" dt="2025-06-12T21:35:19.469" v="9677" actId="1076"/>
        <pc:sldMkLst>
          <pc:docMk/>
          <pc:sldMk cId="2742938478" sldId="304"/>
        </pc:sldMkLst>
        <pc:spChg chg="del mod">
          <ac:chgData name="NISHANT NANASAHEB JAGTAP" userId="ee7e36ae-7531-471f-9344-44e1758b777a" providerId="ADAL" clId="{3BB827B1-449D-4AC6-9166-B72710051B6C}" dt="2025-06-12T21:12:21.471" v="9141" actId="478"/>
          <ac:spMkLst>
            <pc:docMk/>
            <pc:sldMk cId="2742938478" sldId="304"/>
            <ac:spMk id="2" creationId="{C8122EB3-76A5-5F0D-1B1B-5A94FCA6708F}"/>
          </ac:spMkLst>
        </pc:spChg>
        <pc:spChg chg="del">
          <ac:chgData name="NISHANT NANASAHEB JAGTAP" userId="ee7e36ae-7531-471f-9344-44e1758b777a" providerId="ADAL" clId="{3BB827B1-449D-4AC6-9166-B72710051B6C}" dt="2025-06-12T02:46:31.521" v="4659"/>
          <ac:spMkLst>
            <pc:docMk/>
            <pc:sldMk cId="2742938478" sldId="304"/>
            <ac:spMk id="3" creationId="{45160671-58C5-503D-7B41-C141CD0867B6}"/>
          </ac:spMkLst>
        </pc:spChg>
        <pc:spChg chg="add mod">
          <ac:chgData name="NISHANT NANASAHEB JAGTAP" userId="ee7e36ae-7531-471f-9344-44e1758b777a" providerId="ADAL" clId="{3BB827B1-449D-4AC6-9166-B72710051B6C}" dt="2025-06-12T21:35:00.928" v="9662" actId="20577"/>
          <ac:spMkLst>
            <pc:docMk/>
            <pc:sldMk cId="2742938478" sldId="304"/>
            <ac:spMk id="3" creationId="{7C3B1AE9-072E-F03E-6B32-596E7FF43359}"/>
          </ac:spMkLst>
        </pc:spChg>
        <pc:spChg chg="add mod">
          <ac:chgData name="NISHANT NANASAHEB JAGTAP" userId="ee7e36ae-7531-471f-9344-44e1758b777a" providerId="ADAL" clId="{3BB827B1-449D-4AC6-9166-B72710051B6C}" dt="2025-06-12T21:35:11.497" v="9670" actId="1076"/>
          <ac:spMkLst>
            <pc:docMk/>
            <pc:sldMk cId="2742938478" sldId="304"/>
            <ac:spMk id="9" creationId="{17533B6B-5C53-22CF-29E8-5527048CDE55}"/>
          </ac:spMkLst>
        </pc:spChg>
        <pc:spChg chg="add mod">
          <ac:chgData name="NISHANT NANASAHEB JAGTAP" userId="ee7e36ae-7531-471f-9344-44e1758b777a" providerId="ADAL" clId="{3BB827B1-449D-4AC6-9166-B72710051B6C}" dt="2025-06-12T21:35:19.469" v="9677" actId="1076"/>
          <ac:spMkLst>
            <pc:docMk/>
            <pc:sldMk cId="2742938478" sldId="304"/>
            <ac:spMk id="10" creationId="{4CA5CB31-105F-6186-582B-F931552EE3C0}"/>
          </ac:spMkLst>
        </pc:spChg>
        <pc:spChg chg="add mod">
          <ac:chgData name="NISHANT NANASAHEB JAGTAP" userId="ee7e36ae-7531-471f-9344-44e1758b777a" providerId="ADAL" clId="{3BB827B1-449D-4AC6-9166-B72710051B6C}" dt="2025-06-12T21:13:14.122" v="9165" actId="1076"/>
          <ac:spMkLst>
            <pc:docMk/>
            <pc:sldMk cId="2742938478" sldId="304"/>
            <ac:spMk id="11" creationId="{FF0A5C81-E4F0-8652-1DA4-41CA7BF3C508}"/>
          </ac:spMkLst>
        </pc:spChg>
        <pc:spChg chg="add del mod">
          <ac:chgData name="NISHANT NANASAHEB JAGTAP" userId="ee7e36ae-7531-471f-9344-44e1758b777a" providerId="ADAL" clId="{3BB827B1-449D-4AC6-9166-B72710051B6C}" dt="2025-06-12T03:00:39.243" v="4792" actId="21"/>
          <ac:spMkLst>
            <pc:docMk/>
            <pc:sldMk cId="2742938478" sldId="304"/>
            <ac:spMk id="12" creationId="{D52171D2-65E9-0A46-0031-3399F61C6138}"/>
          </ac:spMkLst>
        </pc:spChg>
        <pc:spChg chg="add del mod">
          <ac:chgData name="NISHANT NANASAHEB JAGTAP" userId="ee7e36ae-7531-471f-9344-44e1758b777a" providerId="ADAL" clId="{3BB827B1-449D-4AC6-9166-B72710051B6C}" dt="2025-06-12T03:58:14.641" v="5054" actId="478"/>
          <ac:spMkLst>
            <pc:docMk/>
            <pc:sldMk cId="2742938478" sldId="304"/>
            <ac:spMk id="14" creationId="{182D0B39-5EF7-1AA3-573F-7549EECCF8C5}"/>
          </ac:spMkLst>
        </pc:spChg>
        <pc:spChg chg="add mod">
          <ac:chgData name="NISHANT NANASAHEB JAGTAP" userId="ee7e36ae-7531-471f-9344-44e1758b777a" providerId="ADAL" clId="{3BB827B1-449D-4AC6-9166-B72710051B6C}" dt="2025-06-12T21:12:24.234" v="9142" actId="1076"/>
          <ac:spMkLst>
            <pc:docMk/>
            <pc:sldMk cId="2742938478" sldId="304"/>
            <ac:spMk id="17" creationId="{CACF4976-3955-C041-82B1-527B8E38B253}"/>
          </ac:spMkLst>
        </pc:spChg>
        <pc:spChg chg="add del">
          <ac:chgData name="NISHANT NANASAHEB JAGTAP" userId="ee7e36ae-7531-471f-9344-44e1758b777a" providerId="ADAL" clId="{3BB827B1-449D-4AC6-9166-B72710051B6C}" dt="2025-06-12T04:32:51.713" v="5227" actId="478"/>
          <ac:spMkLst>
            <pc:docMk/>
            <pc:sldMk cId="2742938478" sldId="304"/>
            <ac:spMk id="22" creationId="{A9DA45B2-9398-21E8-301F-FC92EEA80068}"/>
          </ac:spMkLst>
        </pc:spChg>
        <pc:spChg chg="add del mod">
          <ac:chgData name="NISHANT NANASAHEB JAGTAP" userId="ee7e36ae-7531-471f-9344-44e1758b777a" providerId="ADAL" clId="{3BB827B1-449D-4AC6-9166-B72710051B6C}" dt="2025-06-12T21:11:09.151" v="9094" actId="478"/>
          <ac:spMkLst>
            <pc:docMk/>
            <pc:sldMk cId="2742938478" sldId="304"/>
            <ac:spMk id="23" creationId="{9BA823BA-226F-5267-609E-3645E468A2E6}"/>
          </ac:spMkLst>
        </pc:spChg>
        <pc:spChg chg="add del mod">
          <ac:chgData name="NISHANT NANASAHEB JAGTAP" userId="ee7e36ae-7531-471f-9344-44e1758b777a" providerId="ADAL" clId="{3BB827B1-449D-4AC6-9166-B72710051B6C}" dt="2025-06-12T04:33:45.423" v="5236" actId="478"/>
          <ac:spMkLst>
            <pc:docMk/>
            <pc:sldMk cId="2742938478" sldId="304"/>
            <ac:spMk id="24" creationId="{9E19BB9A-DD59-FB80-66AC-D2A8BA0C5374}"/>
          </ac:spMkLst>
        </pc:spChg>
        <pc:spChg chg="add del mod">
          <ac:chgData name="NISHANT NANASAHEB JAGTAP" userId="ee7e36ae-7531-471f-9344-44e1758b777a" providerId="ADAL" clId="{3BB827B1-449D-4AC6-9166-B72710051B6C}" dt="2025-06-12T21:11:12.548" v="9095" actId="478"/>
          <ac:spMkLst>
            <pc:docMk/>
            <pc:sldMk cId="2742938478" sldId="304"/>
            <ac:spMk id="25" creationId="{D3658EE5-7141-AC4B-9EFB-64B2A1804965}"/>
          </ac:spMkLst>
        </pc:spChg>
        <pc:graphicFrameChg chg="add mod modGraphic">
          <ac:chgData name="NISHANT NANASAHEB JAGTAP" userId="ee7e36ae-7531-471f-9344-44e1758b777a" providerId="ADAL" clId="{3BB827B1-449D-4AC6-9166-B72710051B6C}" dt="2025-06-12T21:12:03.314" v="9138" actId="1076"/>
          <ac:graphicFrameMkLst>
            <pc:docMk/>
            <pc:sldMk cId="2742938478" sldId="304"/>
            <ac:graphicFrameMk id="8" creationId="{F69908EA-C375-AD45-30B7-C4D9ED793A2F}"/>
          </ac:graphicFrameMkLst>
        </pc:graphicFrameChg>
        <pc:graphicFrameChg chg="add del mod modGraphic">
          <ac:chgData name="NISHANT NANASAHEB JAGTAP" userId="ee7e36ae-7531-471f-9344-44e1758b777a" providerId="ADAL" clId="{3BB827B1-449D-4AC6-9166-B72710051B6C}" dt="2025-06-12T03:00:41.290" v="4793" actId="21"/>
          <ac:graphicFrameMkLst>
            <pc:docMk/>
            <pc:sldMk cId="2742938478" sldId="304"/>
            <ac:graphicFrameMk id="9" creationId="{3139C336-F1EC-71DC-DAC5-807A300C1144}"/>
          </ac:graphicFrameMkLst>
        </pc:graphicFrameChg>
        <pc:graphicFrameChg chg="add del mod modGraphic">
          <ac:chgData name="NISHANT NANASAHEB JAGTAP" userId="ee7e36ae-7531-471f-9344-44e1758b777a" providerId="ADAL" clId="{3BB827B1-449D-4AC6-9166-B72710051B6C}" dt="2025-06-12T03:00:41.290" v="4793" actId="21"/>
          <ac:graphicFrameMkLst>
            <pc:docMk/>
            <pc:sldMk cId="2742938478" sldId="304"/>
            <ac:graphicFrameMk id="10" creationId="{E9E7FE8C-92E6-8A6F-898A-1B6C7F0434AD}"/>
          </ac:graphicFrameMkLst>
        </pc:graphicFrameChg>
        <pc:picChg chg="add mod">
          <ac:chgData name="NISHANT NANASAHEB JAGTAP" userId="ee7e36ae-7531-471f-9344-44e1758b777a" providerId="ADAL" clId="{3BB827B1-449D-4AC6-9166-B72710051B6C}" dt="2025-06-12T21:16:20.099" v="9262" actId="1076"/>
          <ac:picMkLst>
            <pc:docMk/>
            <pc:sldMk cId="2742938478" sldId="304"/>
            <ac:picMk id="7" creationId="{88CBB4C7-491F-96B1-F613-4F1ABA6952DD}"/>
          </ac:picMkLst>
        </pc:picChg>
        <pc:picChg chg="add del mod">
          <ac:chgData name="NISHANT NANASAHEB JAGTAP" userId="ee7e36ae-7531-471f-9344-44e1758b777a" providerId="ADAL" clId="{3BB827B1-449D-4AC6-9166-B72710051B6C}" dt="2025-06-12T09:41:41.485" v="6028" actId="478"/>
          <ac:picMkLst>
            <pc:docMk/>
            <pc:sldMk cId="2742938478" sldId="304"/>
            <ac:picMk id="15" creationId="{634FBE37-7BBF-AE68-9BF3-6487A005F39C}"/>
          </ac:picMkLst>
        </pc:picChg>
        <pc:picChg chg="add mod">
          <ac:chgData name="NISHANT NANASAHEB JAGTAP" userId="ee7e36ae-7531-471f-9344-44e1758b777a" providerId="ADAL" clId="{3BB827B1-449D-4AC6-9166-B72710051B6C}" dt="2025-06-12T21:12:45.794" v="9163" actId="1076"/>
          <ac:picMkLst>
            <pc:docMk/>
            <pc:sldMk cId="2742938478" sldId="304"/>
            <ac:picMk id="16" creationId="{3419F08E-FCE0-7022-596A-25A8B9E27F33}"/>
          </ac:picMkLst>
        </pc:picChg>
        <pc:picChg chg="add mod modCrop">
          <ac:chgData name="NISHANT NANASAHEB JAGTAP" userId="ee7e36ae-7531-471f-9344-44e1758b777a" providerId="ADAL" clId="{3BB827B1-449D-4AC6-9166-B72710051B6C}" dt="2025-06-12T21:23:19.579" v="9503" actId="1076"/>
          <ac:picMkLst>
            <pc:docMk/>
            <pc:sldMk cId="2742938478" sldId="304"/>
            <ac:picMk id="19" creationId="{9BC038FD-3F7B-ABB1-2243-F94AAAAB69AF}"/>
          </ac:picMkLst>
        </pc:picChg>
        <pc:picChg chg="add del mod">
          <ac:chgData name="NISHANT NANASAHEB JAGTAP" userId="ee7e36ae-7531-471f-9344-44e1758b777a" providerId="ADAL" clId="{3BB827B1-449D-4AC6-9166-B72710051B6C}" dt="2025-06-12T06:37:24.309" v="5596" actId="478"/>
          <ac:picMkLst>
            <pc:docMk/>
            <pc:sldMk cId="2742938478" sldId="304"/>
            <ac:picMk id="21" creationId="{6B6EB2D8-E031-200E-F98F-93C2F4EAAA92}"/>
          </ac:picMkLst>
        </pc:picChg>
        <pc:picChg chg="add mod modCrop">
          <ac:chgData name="NISHANT NANASAHEB JAGTAP" userId="ee7e36ae-7531-471f-9344-44e1758b777a" providerId="ADAL" clId="{3BB827B1-449D-4AC6-9166-B72710051B6C}" dt="2025-06-12T21:23:02.610" v="9501" actId="18131"/>
          <ac:picMkLst>
            <pc:docMk/>
            <pc:sldMk cId="2742938478" sldId="304"/>
            <ac:picMk id="27" creationId="{5198DD64-A2CC-EA87-9A8C-FF73CFA8DB9C}"/>
          </ac:picMkLst>
        </pc:picChg>
        <pc:picChg chg="add mod modCrop">
          <ac:chgData name="NISHANT NANASAHEB JAGTAP" userId="ee7e36ae-7531-471f-9344-44e1758b777a" providerId="ADAL" clId="{3BB827B1-449D-4AC6-9166-B72710051B6C}" dt="2025-06-12T21:12:34.392" v="9160" actId="1035"/>
          <ac:picMkLst>
            <pc:docMk/>
            <pc:sldMk cId="2742938478" sldId="304"/>
            <ac:picMk id="29" creationId="{CD9CD508-406B-7F48-44D5-B9F204A8FD5C}"/>
          </ac:picMkLst>
        </pc:picChg>
      </pc:sldChg>
      <pc:sldChg chg="addSp delSp modSp new mod">
        <pc:chgData name="NISHANT NANASAHEB JAGTAP" userId="ee7e36ae-7531-471f-9344-44e1758b777a" providerId="ADAL" clId="{3BB827B1-449D-4AC6-9166-B72710051B6C}" dt="2025-06-12T22:03:25.741" v="9925" actId="255"/>
        <pc:sldMkLst>
          <pc:docMk/>
          <pc:sldMk cId="2330539148" sldId="305"/>
        </pc:sldMkLst>
        <pc:spChg chg="mod">
          <ac:chgData name="NISHANT NANASAHEB JAGTAP" userId="ee7e36ae-7531-471f-9344-44e1758b777a" providerId="ADAL" clId="{3BB827B1-449D-4AC6-9166-B72710051B6C}" dt="2025-06-12T17:58:19.296" v="7177" actId="108"/>
          <ac:spMkLst>
            <pc:docMk/>
            <pc:sldMk cId="2330539148" sldId="305"/>
            <ac:spMk id="2" creationId="{4B5C28E6-4E2B-C4AD-A057-308E1A38A2DF}"/>
          </ac:spMkLst>
        </pc:spChg>
        <pc:spChg chg="add del">
          <ac:chgData name="NISHANT NANASAHEB JAGTAP" userId="ee7e36ae-7531-471f-9344-44e1758b777a" providerId="ADAL" clId="{3BB827B1-449D-4AC6-9166-B72710051B6C}" dt="2025-06-12T03:00:47.680" v="4794" actId="478"/>
          <ac:spMkLst>
            <pc:docMk/>
            <pc:sldMk cId="2330539148" sldId="305"/>
            <ac:spMk id="3" creationId="{2693A75F-94D3-9D2A-122B-87F548BB67DA}"/>
          </ac:spMkLst>
        </pc:spChg>
        <pc:spChg chg="add mod">
          <ac:chgData name="NISHANT NANASAHEB JAGTAP" userId="ee7e36ae-7531-471f-9344-44e1758b777a" providerId="ADAL" clId="{3BB827B1-449D-4AC6-9166-B72710051B6C}" dt="2025-06-12T22:03:25.741" v="9925" actId="255"/>
          <ac:spMkLst>
            <pc:docMk/>
            <pc:sldMk cId="2330539148" sldId="305"/>
            <ac:spMk id="3" creationId="{31DC99FC-DDDE-CE42-E6AF-C4D5AA0F29D0}"/>
          </ac:spMkLst>
        </pc:spChg>
        <pc:spChg chg="add mod">
          <ac:chgData name="NISHANT NANASAHEB JAGTAP" userId="ee7e36ae-7531-471f-9344-44e1758b777a" providerId="ADAL" clId="{3BB827B1-449D-4AC6-9166-B72710051B6C}" dt="2025-06-12T22:03:22.781" v="9924" actId="255"/>
          <ac:spMkLst>
            <pc:docMk/>
            <pc:sldMk cId="2330539148" sldId="305"/>
            <ac:spMk id="9" creationId="{DD663078-927F-5315-04ED-C1713B6EA6D7}"/>
          </ac:spMkLst>
        </pc:spChg>
        <pc:spChg chg="add del mod">
          <ac:chgData name="NISHANT NANASAHEB JAGTAP" userId="ee7e36ae-7531-471f-9344-44e1758b777a" providerId="ADAL" clId="{3BB827B1-449D-4AC6-9166-B72710051B6C}" dt="2025-06-12T03:52:53.306" v="4918"/>
          <ac:spMkLst>
            <pc:docMk/>
            <pc:sldMk cId="2330539148" sldId="305"/>
            <ac:spMk id="11" creationId="{F95CC33D-2C32-29B3-AA30-64033C32830C}"/>
          </ac:spMkLst>
        </pc:spChg>
        <pc:spChg chg="add del mod">
          <ac:chgData name="NISHANT NANASAHEB JAGTAP" userId="ee7e36ae-7531-471f-9344-44e1758b777a" providerId="ADAL" clId="{3BB827B1-449D-4AC6-9166-B72710051B6C}" dt="2025-06-12T03:55:04.993" v="5020" actId="478"/>
          <ac:spMkLst>
            <pc:docMk/>
            <pc:sldMk cId="2330539148" sldId="305"/>
            <ac:spMk id="12" creationId="{779FD5A8-C52F-96C5-ED28-99D7A6D89FA4}"/>
          </ac:spMkLst>
        </pc:spChg>
        <pc:spChg chg="add mod">
          <ac:chgData name="NISHANT NANASAHEB JAGTAP" userId="ee7e36ae-7531-471f-9344-44e1758b777a" providerId="ADAL" clId="{3BB827B1-449D-4AC6-9166-B72710051B6C}" dt="2025-06-12T17:36:48.380" v="7048" actId="2711"/>
          <ac:spMkLst>
            <pc:docMk/>
            <pc:sldMk cId="2330539148" sldId="305"/>
            <ac:spMk id="13" creationId="{ACF99257-B362-E249-3BB1-6F63A32D7001}"/>
          </ac:spMkLst>
        </pc:spChg>
        <pc:spChg chg="add mod">
          <ac:chgData name="NISHANT NANASAHEB JAGTAP" userId="ee7e36ae-7531-471f-9344-44e1758b777a" providerId="ADAL" clId="{3BB827B1-449D-4AC6-9166-B72710051B6C}" dt="2025-06-12T22:03:12.639" v="9922" actId="1076"/>
          <ac:spMkLst>
            <pc:docMk/>
            <pc:sldMk cId="2330539148" sldId="305"/>
            <ac:spMk id="14" creationId="{E6817C5C-5852-18BE-D156-8F9461973A78}"/>
          </ac:spMkLst>
        </pc:spChg>
        <pc:spChg chg="add mod">
          <ac:chgData name="NISHANT NANASAHEB JAGTAP" userId="ee7e36ae-7531-471f-9344-44e1758b777a" providerId="ADAL" clId="{3BB827B1-449D-4AC6-9166-B72710051B6C}" dt="2025-06-12T22:03:15.923" v="9923" actId="1076"/>
          <ac:spMkLst>
            <pc:docMk/>
            <pc:sldMk cId="2330539148" sldId="305"/>
            <ac:spMk id="15" creationId="{FFC3DE64-AEDB-16D6-0C3D-DFAB3EB4B18A}"/>
          </ac:spMkLst>
        </pc:spChg>
        <pc:spChg chg="add mod">
          <ac:chgData name="NISHANT NANASAHEB JAGTAP" userId="ee7e36ae-7531-471f-9344-44e1758b777a" providerId="ADAL" clId="{3BB827B1-449D-4AC6-9166-B72710051B6C}" dt="2025-06-12T04:01:29.832" v="5084" actId="20577"/>
          <ac:spMkLst>
            <pc:docMk/>
            <pc:sldMk cId="2330539148" sldId="305"/>
            <ac:spMk id="16" creationId="{2337FA10-8788-DA4D-6F1D-8852769F6591}"/>
          </ac:spMkLst>
        </pc:spChg>
        <pc:spChg chg="add mod">
          <ac:chgData name="NISHANT NANASAHEB JAGTAP" userId="ee7e36ae-7531-471f-9344-44e1758b777a" providerId="ADAL" clId="{3BB827B1-449D-4AC6-9166-B72710051B6C}" dt="2025-06-12T04:01:48.821" v="5086" actId="1076"/>
          <ac:spMkLst>
            <pc:docMk/>
            <pc:sldMk cId="2330539148" sldId="305"/>
            <ac:spMk id="17" creationId="{9B7B1ECB-D822-07F3-F657-95C397C68E3F}"/>
          </ac:spMkLst>
        </pc:spChg>
        <pc:spChg chg="add mod">
          <ac:chgData name="NISHANT NANASAHEB JAGTAP" userId="ee7e36ae-7531-471f-9344-44e1758b777a" providerId="ADAL" clId="{3BB827B1-449D-4AC6-9166-B72710051B6C}" dt="2025-06-12T04:02:14.124" v="5091" actId="1076"/>
          <ac:spMkLst>
            <pc:docMk/>
            <pc:sldMk cId="2330539148" sldId="305"/>
            <ac:spMk id="18" creationId="{73BC481F-147A-2162-0DDB-70A8677ED136}"/>
          </ac:spMkLst>
        </pc:spChg>
        <pc:graphicFrameChg chg="add mod modGraphic">
          <ac:chgData name="NISHANT NANASAHEB JAGTAP" userId="ee7e36ae-7531-471f-9344-44e1758b777a" providerId="ADAL" clId="{3BB827B1-449D-4AC6-9166-B72710051B6C}" dt="2025-06-12T22:03:07.714" v="9920" actId="14100"/>
          <ac:graphicFrameMkLst>
            <pc:docMk/>
            <pc:sldMk cId="2330539148" sldId="305"/>
            <ac:graphicFrameMk id="7" creationId="{3139C336-F1EC-71DC-DAC5-807A300C1144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2T21:55:27.009" v="9843" actId="1076"/>
          <ac:graphicFrameMkLst>
            <pc:docMk/>
            <pc:sldMk cId="2330539148" sldId="305"/>
            <ac:graphicFrameMk id="8" creationId="{E9E7FE8C-92E6-8A6F-898A-1B6C7F0434AD}"/>
          </ac:graphicFrameMkLst>
        </pc:graphicFrameChg>
        <pc:graphicFrameChg chg="add mod">
          <ac:chgData name="NISHANT NANASAHEB JAGTAP" userId="ee7e36ae-7531-471f-9344-44e1758b777a" providerId="ADAL" clId="{3BB827B1-449D-4AC6-9166-B72710051B6C}" dt="2025-06-12T03:00:19.240" v="4786"/>
          <ac:graphicFrameMkLst>
            <pc:docMk/>
            <pc:sldMk cId="2330539148" sldId="305"/>
            <ac:graphicFrameMk id="9" creationId="{3139C336-F1EC-71DC-DAC5-807A300C1144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2T03:00:29.450" v="4788" actId="14734"/>
          <ac:graphicFrameMkLst>
            <pc:docMk/>
            <pc:sldMk cId="2330539148" sldId="305"/>
            <ac:graphicFrameMk id="10" creationId="{E9E7FE8C-92E6-8A6F-898A-1B6C7F0434AD}"/>
          </ac:graphicFrameMkLst>
        </pc:graphicFrameChg>
        <pc:picChg chg="add mod">
          <ac:chgData name="NISHANT NANASAHEB JAGTAP" userId="ee7e36ae-7531-471f-9344-44e1758b777a" providerId="ADAL" clId="{3BB827B1-449D-4AC6-9166-B72710051B6C}" dt="2025-06-12T22:03:10.882" v="9921" actId="1076"/>
          <ac:picMkLst>
            <pc:docMk/>
            <pc:sldMk cId="2330539148" sldId="305"/>
            <ac:picMk id="19" creationId="{292C478F-7B8D-3BBA-28DA-B734113CFA9D}"/>
          </ac:picMkLst>
        </pc:picChg>
      </pc:sldChg>
      <pc:sldChg chg="addSp delSp modSp new mod modAnim">
        <pc:chgData name="NISHANT NANASAHEB JAGTAP" userId="ee7e36ae-7531-471f-9344-44e1758b777a" providerId="ADAL" clId="{3BB827B1-449D-4AC6-9166-B72710051B6C}" dt="2025-06-12T22:06:45.705" v="9974" actId="20577"/>
        <pc:sldMkLst>
          <pc:docMk/>
          <pc:sldMk cId="168782836" sldId="306"/>
        </pc:sldMkLst>
        <pc:spChg chg="add mod">
          <ac:chgData name="NISHANT NANASAHEB JAGTAP" userId="ee7e36ae-7531-471f-9344-44e1758b777a" providerId="ADAL" clId="{3BB827B1-449D-4AC6-9166-B72710051B6C}" dt="2025-06-12T22:06:45.705" v="9974" actId="20577"/>
          <ac:spMkLst>
            <pc:docMk/>
            <pc:sldMk cId="168782836" sldId="306"/>
            <ac:spMk id="2" creationId="{1737C677-53EF-E9F9-F033-60B51B912A2A}"/>
          </ac:spMkLst>
        </pc:spChg>
        <pc:spChg chg="del mod">
          <ac:chgData name="NISHANT NANASAHEB JAGTAP" userId="ee7e36ae-7531-471f-9344-44e1758b777a" providerId="ADAL" clId="{3BB827B1-449D-4AC6-9166-B72710051B6C}" dt="2025-06-12T12:54:40.345" v="6792" actId="478"/>
          <ac:spMkLst>
            <pc:docMk/>
            <pc:sldMk cId="168782836" sldId="306"/>
            <ac:spMk id="2" creationId="{592EB2BD-D0EA-C073-3ED7-EA8AF778AECD}"/>
          </ac:spMkLst>
        </pc:spChg>
        <pc:spChg chg="add mod">
          <ac:chgData name="NISHANT NANASAHEB JAGTAP" userId="ee7e36ae-7531-471f-9344-44e1758b777a" providerId="ADAL" clId="{3BB827B1-449D-4AC6-9166-B72710051B6C}" dt="2025-06-12T21:14:53.091" v="9219" actId="1076"/>
          <ac:spMkLst>
            <pc:docMk/>
            <pc:sldMk cId="168782836" sldId="306"/>
            <ac:spMk id="3" creationId="{22CD42E5-7CD0-80CE-F1B8-0243C670B00F}"/>
          </ac:spMkLst>
        </pc:spChg>
        <pc:spChg chg="del">
          <ac:chgData name="NISHANT NANASAHEB JAGTAP" userId="ee7e36ae-7531-471f-9344-44e1758b777a" providerId="ADAL" clId="{3BB827B1-449D-4AC6-9166-B72710051B6C}" dt="2025-06-12T04:30:45.900" v="5204" actId="478"/>
          <ac:spMkLst>
            <pc:docMk/>
            <pc:sldMk cId="168782836" sldId="306"/>
            <ac:spMk id="3" creationId="{466E3261-7B64-A776-06B4-43ACA2664918}"/>
          </ac:spMkLst>
        </pc:spChg>
        <pc:spChg chg="add mod">
          <ac:chgData name="NISHANT NANASAHEB JAGTAP" userId="ee7e36ae-7531-471f-9344-44e1758b777a" providerId="ADAL" clId="{3BB827B1-449D-4AC6-9166-B72710051B6C}" dt="2025-06-12T22:04:24.826" v="9937" actId="1036"/>
          <ac:spMkLst>
            <pc:docMk/>
            <pc:sldMk cId="168782836" sldId="306"/>
            <ac:spMk id="11" creationId="{DAA0B067-318B-BB5C-FC72-95804C514455}"/>
          </ac:spMkLst>
        </pc:spChg>
        <pc:spChg chg="add mod">
          <ac:chgData name="NISHANT NANASAHEB JAGTAP" userId="ee7e36ae-7531-471f-9344-44e1758b777a" providerId="ADAL" clId="{3BB827B1-449D-4AC6-9166-B72710051B6C}" dt="2025-06-12T22:04:28.883" v="9938" actId="1076"/>
          <ac:spMkLst>
            <pc:docMk/>
            <pc:sldMk cId="168782836" sldId="306"/>
            <ac:spMk id="12" creationId="{82EF6AFB-2515-E5EB-91D3-E75E93054170}"/>
          </ac:spMkLst>
        </pc:spChg>
        <pc:spChg chg="add del mod">
          <ac:chgData name="NISHANT NANASAHEB JAGTAP" userId="ee7e36ae-7531-471f-9344-44e1758b777a" providerId="ADAL" clId="{3BB827B1-449D-4AC6-9166-B72710051B6C}" dt="2025-06-12T12:54:42.824" v="6793" actId="478"/>
          <ac:spMkLst>
            <pc:docMk/>
            <pc:sldMk cId="168782836" sldId="306"/>
            <ac:spMk id="12" creationId="{E4C0700F-ACAB-210D-83FA-6D6D448C3F47}"/>
          </ac:spMkLst>
        </pc:spChg>
        <pc:spChg chg="add mod">
          <ac:chgData name="NISHANT NANASAHEB JAGTAP" userId="ee7e36ae-7531-471f-9344-44e1758b777a" providerId="ADAL" clId="{3BB827B1-449D-4AC6-9166-B72710051B6C}" dt="2025-06-12T17:58:24.512" v="7178" actId="108"/>
          <ac:spMkLst>
            <pc:docMk/>
            <pc:sldMk cId="168782836" sldId="306"/>
            <ac:spMk id="13" creationId="{D2BF1EBB-7515-808D-4B88-4BC87F52E40A}"/>
          </ac:spMkLst>
        </pc:spChg>
        <pc:graphicFrameChg chg="add mod modGraphic">
          <ac:chgData name="NISHANT NANASAHEB JAGTAP" userId="ee7e36ae-7531-471f-9344-44e1758b777a" providerId="ADAL" clId="{3BB827B1-449D-4AC6-9166-B72710051B6C}" dt="2025-06-12T22:04:24.826" v="9937" actId="1036"/>
          <ac:graphicFrameMkLst>
            <pc:docMk/>
            <pc:sldMk cId="168782836" sldId="306"/>
            <ac:graphicFrameMk id="7" creationId="{C5A8E1B8-A5C1-DECF-4211-0A8A35D718C0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2T22:04:24.826" v="9937" actId="1036"/>
          <ac:graphicFrameMkLst>
            <pc:docMk/>
            <pc:sldMk cId="168782836" sldId="306"/>
            <ac:graphicFrameMk id="8" creationId="{1444B337-702E-0047-F86B-C11D91F7613E}"/>
          </ac:graphicFrameMkLst>
        </pc:graphicFrameChg>
        <pc:picChg chg="add mod">
          <ac:chgData name="NISHANT NANASAHEB JAGTAP" userId="ee7e36ae-7531-471f-9344-44e1758b777a" providerId="ADAL" clId="{3BB827B1-449D-4AC6-9166-B72710051B6C}" dt="2025-06-12T21:13:54.572" v="9170" actId="1076"/>
          <ac:picMkLst>
            <pc:docMk/>
            <pc:sldMk cId="168782836" sldId="306"/>
            <ac:picMk id="9" creationId="{4EDBF79E-7A2D-D013-BEB9-392DA1E2E267}"/>
          </ac:picMkLst>
        </pc:picChg>
        <pc:picChg chg="add mod">
          <ac:chgData name="NISHANT NANASAHEB JAGTAP" userId="ee7e36ae-7531-471f-9344-44e1758b777a" providerId="ADAL" clId="{3BB827B1-449D-4AC6-9166-B72710051B6C}" dt="2025-06-12T21:13:49.050" v="9168" actId="1076"/>
          <ac:picMkLst>
            <pc:docMk/>
            <pc:sldMk cId="168782836" sldId="306"/>
            <ac:picMk id="10" creationId="{FAA5C559-FCB8-9507-997B-641DE1260D55}"/>
          </ac:picMkLst>
        </pc:picChg>
      </pc:sldChg>
      <pc:sldChg chg="add del">
        <pc:chgData name="NISHANT NANASAHEB JAGTAP" userId="ee7e36ae-7531-471f-9344-44e1758b777a" providerId="ADAL" clId="{3BB827B1-449D-4AC6-9166-B72710051B6C}" dt="2025-06-12T03:00:37.280" v="4790"/>
        <pc:sldMkLst>
          <pc:docMk/>
          <pc:sldMk cId="943192834" sldId="307"/>
        </pc:sldMkLst>
      </pc:sldChg>
      <pc:sldChg chg="addSp delSp modSp new mod">
        <pc:chgData name="NISHANT NANASAHEB JAGTAP" userId="ee7e36ae-7531-471f-9344-44e1758b777a" providerId="ADAL" clId="{3BB827B1-449D-4AC6-9166-B72710051B6C}" dt="2025-06-12T21:22:48.030" v="9498" actId="732"/>
        <pc:sldMkLst>
          <pc:docMk/>
          <pc:sldMk cId="4215917461" sldId="307"/>
        </pc:sldMkLst>
        <pc:spChg chg="mod">
          <ac:chgData name="NISHANT NANASAHEB JAGTAP" userId="ee7e36ae-7531-471f-9344-44e1758b777a" providerId="ADAL" clId="{3BB827B1-449D-4AC6-9166-B72710051B6C}" dt="2025-06-12T17:58:30.968" v="7179" actId="108"/>
          <ac:spMkLst>
            <pc:docMk/>
            <pc:sldMk cId="4215917461" sldId="307"/>
            <ac:spMk id="2" creationId="{BBD46F8C-A023-820D-90DC-ADC7AECF5890}"/>
          </ac:spMkLst>
        </pc:spChg>
        <pc:spChg chg="del">
          <ac:chgData name="NISHANT NANASAHEB JAGTAP" userId="ee7e36ae-7531-471f-9344-44e1758b777a" providerId="ADAL" clId="{3BB827B1-449D-4AC6-9166-B72710051B6C}" dt="2025-06-12T06:01:36.833" v="5508" actId="478"/>
          <ac:spMkLst>
            <pc:docMk/>
            <pc:sldMk cId="4215917461" sldId="307"/>
            <ac:spMk id="3" creationId="{14BC8810-6F69-8A08-D504-FBCB7B9F93C9}"/>
          </ac:spMkLst>
        </pc:spChg>
        <pc:spChg chg="add mod">
          <ac:chgData name="NISHANT NANASAHEB JAGTAP" userId="ee7e36ae-7531-471f-9344-44e1758b777a" providerId="ADAL" clId="{3BB827B1-449D-4AC6-9166-B72710051B6C}" dt="2025-06-12T21:17:58.242" v="9317" actId="14100"/>
          <ac:spMkLst>
            <pc:docMk/>
            <pc:sldMk cId="4215917461" sldId="307"/>
            <ac:spMk id="3" creationId="{634AD00E-3CC9-2B73-A81B-6733C06003F4}"/>
          </ac:spMkLst>
        </pc:spChg>
        <pc:spChg chg="add mod">
          <ac:chgData name="NISHANT NANASAHEB JAGTAP" userId="ee7e36ae-7531-471f-9344-44e1758b777a" providerId="ADAL" clId="{3BB827B1-449D-4AC6-9166-B72710051B6C}" dt="2025-06-12T21:18:05.958" v="9324" actId="1076"/>
          <ac:spMkLst>
            <pc:docMk/>
            <pc:sldMk cId="4215917461" sldId="307"/>
            <ac:spMk id="8" creationId="{91467ADD-0F65-F62F-E86C-2739A295E9D8}"/>
          </ac:spMkLst>
        </pc:spChg>
        <pc:spChg chg="add mod">
          <ac:chgData name="NISHANT NANASAHEB JAGTAP" userId="ee7e36ae-7531-471f-9344-44e1758b777a" providerId="ADAL" clId="{3BB827B1-449D-4AC6-9166-B72710051B6C}" dt="2025-06-12T21:17:09.130" v="9306" actId="20577"/>
          <ac:spMkLst>
            <pc:docMk/>
            <pc:sldMk cId="4215917461" sldId="307"/>
            <ac:spMk id="10" creationId="{AA660740-D254-5C65-740E-AD4949A7F725}"/>
          </ac:spMkLst>
        </pc:spChg>
        <pc:spChg chg="add mod">
          <ac:chgData name="NISHANT NANASAHEB JAGTAP" userId="ee7e36ae-7531-471f-9344-44e1758b777a" providerId="ADAL" clId="{3BB827B1-449D-4AC6-9166-B72710051B6C}" dt="2025-06-12T21:17:27.913" v="9308" actId="1076"/>
          <ac:spMkLst>
            <pc:docMk/>
            <pc:sldMk cId="4215917461" sldId="307"/>
            <ac:spMk id="11" creationId="{E24F79E8-709A-1192-B912-8F30F015B720}"/>
          </ac:spMkLst>
        </pc:spChg>
        <pc:spChg chg="add del mod">
          <ac:chgData name="NISHANT NANASAHEB JAGTAP" userId="ee7e36ae-7531-471f-9344-44e1758b777a" providerId="ADAL" clId="{3BB827B1-449D-4AC6-9166-B72710051B6C}" dt="2025-06-12T21:15:10.317" v="9221" actId="478"/>
          <ac:spMkLst>
            <pc:docMk/>
            <pc:sldMk cId="4215917461" sldId="307"/>
            <ac:spMk id="13" creationId="{D5508E7C-23CC-D816-F29E-095DAA012FE2}"/>
          </ac:spMkLst>
        </pc:spChg>
        <pc:spChg chg="add del mod ord">
          <ac:chgData name="NISHANT NANASAHEB JAGTAP" userId="ee7e36ae-7531-471f-9344-44e1758b777a" providerId="ADAL" clId="{3BB827B1-449D-4AC6-9166-B72710051B6C}" dt="2025-06-12T21:15:11.570" v="9222" actId="478"/>
          <ac:spMkLst>
            <pc:docMk/>
            <pc:sldMk cId="4215917461" sldId="307"/>
            <ac:spMk id="14" creationId="{C9717573-469B-7591-747A-42A7D3513A73}"/>
          </ac:spMkLst>
        </pc:spChg>
        <pc:graphicFrameChg chg="add del mod modGraphic">
          <ac:chgData name="NISHANT NANASAHEB JAGTAP" userId="ee7e36ae-7531-471f-9344-44e1758b777a" providerId="ADAL" clId="{3BB827B1-449D-4AC6-9166-B72710051B6C}" dt="2025-06-12T06:15:39.455" v="5568" actId="21"/>
          <ac:graphicFrameMkLst>
            <pc:docMk/>
            <pc:sldMk cId="4215917461" sldId="307"/>
            <ac:graphicFrameMk id="10" creationId="{C7AE01EF-A949-FF4C-A15B-4EDD44333592}"/>
          </ac:graphicFrameMkLst>
        </pc:graphicFrameChg>
        <pc:graphicFrameChg chg="add del mod modGraphic">
          <ac:chgData name="NISHANT NANASAHEB JAGTAP" userId="ee7e36ae-7531-471f-9344-44e1758b777a" providerId="ADAL" clId="{3BB827B1-449D-4AC6-9166-B72710051B6C}" dt="2025-06-12T06:15:39.455" v="5568" actId="21"/>
          <ac:graphicFrameMkLst>
            <pc:docMk/>
            <pc:sldMk cId="4215917461" sldId="307"/>
            <ac:graphicFrameMk id="11" creationId="{DCF7DCF1-0F60-A00B-485B-DCF8C821AEDC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2T18:52:20.928" v="7579" actId="1076"/>
          <ac:graphicFrameMkLst>
            <pc:docMk/>
            <pc:sldMk cId="4215917461" sldId="307"/>
            <ac:graphicFrameMk id="12" creationId="{622B8823-4CA4-AF52-F17C-D9504A7FC3F8}"/>
          </ac:graphicFrameMkLst>
        </pc:graphicFrameChg>
        <pc:picChg chg="add mod">
          <ac:chgData name="NISHANT NANASAHEB JAGTAP" userId="ee7e36ae-7531-471f-9344-44e1758b777a" providerId="ADAL" clId="{3BB827B1-449D-4AC6-9166-B72710051B6C}" dt="2025-06-12T09:42:26.098" v="6040" actId="1076"/>
          <ac:picMkLst>
            <pc:docMk/>
            <pc:sldMk cId="4215917461" sldId="307"/>
            <ac:picMk id="7" creationId="{22B238FD-71EF-21FF-87CF-3EF013D0AE86}"/>
          </ac:picMkLst>
        </pc:picChg>
        <pc:picChg chg="add del mod">
          <ac:chgData name="NISHANT NANASAHEB JAGTAP" userId="ee7e36ae-7531-471f-9344-44e1758b777a" providerId="ADAL" clId="{3BB827B1-449D-4AC6-9166-B72710051B6C}" dt="2025-06-12T09:43:18.465" v="6041" actId="478"/>
          <ac:picMkLst>
            <pc:docMk/>
            <pc:sldMk cId="4215917461" sldId="307"/>
            <ac:picMk id="8" creationId="{0F66FD73-95BA-6B39-DD06-C4F29A83C55E}"/>
          </ac:picMkLst>
        </pc:picChg>
        <pc:picChg chg="add mod modCrop">
          <ac:chgData name="NISHANT NANASAHEB JAGTAP" userId="ee7e36ae-7531-471f-9344-44e1758b777a" providerId="ADAL" clId="{3BB827B1-449D-4AC6-9166-B72710051B6C}" dt="2025-06-12T21:17:36.010" v="9310" actId="1076"/>
          <ac:picMkLst>
            <pc:docMk/>
            <pc:sldMk cId="4215917461" sldId="307"/>
            <ac:picMk id="9" creationId="{59096F93-D849-7992-DF8E-3DFD5BC00814}"/>
          </ac:picMkLst>
        </pc:picChg>
        <pc:picChg chg="add mod modCrop">
          <ac:chgData name="NISHANT NANASAHEB JAGTAP" userId="ee7e36ae-7531-471f-9344-44e1758b777a" providerId="ADAL" clId="{3BB827B1-449D-4AC6-9166-B72710051B6C}" dt="2025-06-12T21:22:48.030" v="9498" actId="732"/>
          <ac:picMkLst>
            <pc:docMk/>
            <pc:sldMk cId="4215917461" sldId="307"/>
            <ac:picMk id="16" creationId="{E630B97F-F5E6-DAF7-74F6-264FF2A3D0B6}"/>
          </ac:picMkLst>
        </pc:picChg>
        <pc:picChg chg="add mod">
          <ac:chgData name="NISHANT NANASAHEB JAGTAP" userId="ee7e36ae-7531-471f-9344-44e1758b777a" providerId="ADAL" clId="{3BB827B1-449D-4AC6-9166-B72710051B6C}" dt="2025-06-12T06:47:17.638" v="5653" actId="1076"/>
          <ac:picMkLst>
            <pc:docMk/>
            <pc:sldMk cId="4215917461" sldId="307"/>
            <ac:picMk id="18" creationId="{BC0F4F05-7E34-585F-414C-FB8E4D7A378D}"/>
          </ac:picMkLst>
        </pc:picChg>
        <pc:picChg chg="add mod modCrop">
          <ac:chgData name="NISHANT NANASAHEB JAGTAP" userId="ee7e36ae-7531-471f-9344-44e1758b777a" providerId="ADAL" clId="{3BB827B1-449D-4AC6-9166-B72710051B6C}" dt="2025-06-12T09:44:14.646" v="6052" actId="1076"/>
          <ac:picMkLst>
            <pc:docMk/>
            <pc:sldMk cId="4215917461" sldId="307"/>
            <ac:picMk id="20" creationId="{6AE432B9-DD52-6866-BA26-EA006F555219}"/>
          </ac:picMkLst>
        </pc:picChg>
      </pc:sldChg>
      <pc:sldChg chg="addSp delSp modSp new mod">
        <pc:chgData name="NISHANT NANASAHEB JAGTAP" userId="ee7e36ae-7531-471f-9344-44e1758b777a" providerId="ADAL" clId="{3BB827B1-449D-4AC6-9166-B72710051B6C}" dt="2025-06-12T22:08:51.529" v="10011" actId="20577"/>
        <pc:sldMkLst>
          <pc:docMk/>
          <pc:sldMk cId="2628382028" sldId="308"/>
        </pc:sldMkLst>
        <pc:spChg chg="del mod">
          <ac:chgData name="NISHANT NANASAHEB JAGTAP" userId="ee7e36ae-7531-471f-9344-44e1758b777a" providerId="ADAL" clId="{3BB827B1-449D-4AC6-9166-B72710051B6C}" dt="2025-06-12T06:47:40.901" v="5655" actId="478"/>
          <ac:spMkLst>
            <pc:docMk/>
            <pc:sldMk cId="2628382028" sldId="308"/>
            <ac:spMk id="2" creationId="{181B2128-9EDC-4863-B09C-11510D8998C3}"/>
          </ac:spMkLst>
        </pc:spChg>
        <pc:spChg chg="add mod">
          <ac:chgData name="NISHANT NANASAHEB JAGTAP" userId="ee7e36ae-7531-471f-9344-44e1758b777a" providerId="ADAL" clId="{3BB827B1-449D-4AC6-9166-B72710051B6C}" dt="2025-06-12T21:19:41.335" v="9369" actId="20577"/>
          <ac:spMkLst>
            <pc:docMk/>
            <pc:sldMk cId="2628382028" sldId="308"/>
            <ac:spMk id="2" creationId="{2FC7811F-3AC6-C594-0D0A-B0076B023CEC}"/>
          </ac:spMkLst>
        </pc:spChg>
        <pc:spChg chg="del">
          <ac:chgData name="NISHANT NANASAHEB JAGTAP" userId="ee7e36ae-7531-471f-9344-44e1758b777a" providerId="ADAL" clId="{3BB827B1-449D-4AC6-9166-B72710051B6C}" dt="2025-06-12T06:15:35.201" v="5567" actId="478"/>
          <ac:spMkLst>
            <pc:docMk/>
            <pc:sldMk cId="2628382028" sldId="308"/>
            <ac:spMk id="3" creationId="{A93833F9-163F-8F78-3BB8-623D47533304}"/>
          </ac:spMkLst>
        </pc:spChg>
        <pc:spChg chg="add mod">
          <ac:chgData name="NISHANT NANASAHEB JAGTAP" userId="ee7e36ae-7531-471f-9344-44e1758b777a" providerId="ADAL" clId="{3BB827B1-449D-4AC6-9166-B72710051B6C}" dt="2025-06-12T21:19:56.411" v="9377" actId="20577"/>
          <ac:spMkLst>
            <pc:docMk/>
            <pc:sldMk cId="2628382028" sldId="308"/>
            <ac:spMk id="3" creationId="{D0A40AC4-3EEE-5BCF-0AB5-634B0E13997F}"/>
          </ac:spMkLst>
        </pc:spChg>
        <pc:spChg chg="add mod">
          <ac:chgData name="NISHANT NANASAHEB JAGTAP" userId="ee7e36ae-7531-471f-9344-44e1758b777a" providerId="ADAL" clId="{3BB827B1-449D-4AC6-9166-B72710051B6C}" dt="2025-06-12T17:58:34.986" v="7180" actId="108"/>
          <ac:spMkLst>
            <pc:docMk/>
            <pc:sldMk cId="2628382028" sldId="308"/>
            <ac:spMk id="12" creationId="{707C8F07-8FEC-CF94-C65D-C941E435E9EB}"/>
          </ac:spMkLst>
        </pc:spChg>
        <pc:spChg chg="add mod">
          <ac:chgData name="NISHANT NANASAHEB JAGTAP" userId="ee7e36ae-7531-471f-9344-44e1758b777a" providerId="ADAL" clId="{3BB827B1-449D-4AC6-9166-B72710051B6C}" dt="2025-06-12T21:20:24.281" v="9399" actId="1076"/>
          <ac:spMkLst>
            <pc:docMk/>
            <pc:sldMk cId="2628382028" sldId="308"/>
            <ac:spMk id="13" creationId="{F7062EE1-3506-0193-804B-6D71EA078014}"/>
          </ac:spMkLst>
        </pc:spChg>
        <pc:spChg chg="add mod">
          <ac:chgData name="NISHANT NANASAHEB JAGTAP" userId="ee7e36ae-7531-471f-9344-44e1758b777a" providerId="ADAL" clId="{3BB827B1-449D-4AC6-9166-B72710051B6C}" dt="2025-06-12T22:08:51.529" v="10011" actId="20577"/>
          <ac:spMkLst>
            <pc:docMk/>
            <pc:sldMk cId="2628382028" sldId="308"/>
            <ac:spMk id="14" creationId="{DD616393-4EC3-7B80-CC2E-6E55FBCDE421}"/>
          </ac:spMkLst>
        </pc:spChg>
        <pc:spChg chg="add mod">
          <ac:chgData name="NISHANT NANASAHEB JAGTAP" userId="ee7e36ae-7531-471f-9344-44e1758b777a" providerId="ADAL" clId="{3BB827B1-449D-4AC6-9166-B72710051B6C}" dt="2025-06-12T22:01:52.052" v="9911" actId="255"/>
          <ac:spMkLst>
            <pc:docMk/>
            <pc:sldMk cId="2628382028" sldId="308"/>
            <ac:spMk id="15" creationId="{A9BFDC2B-8FD0-DB26-BC45-922DF9FEF59E}"/>
          </ac:spMkLst>
        </pc:spChg>
        <pc:graphicFrameChg chg="add mod modGraphic">
          <ac:chgData name="NISHANT NANASAHEB JAGTAP" userId="ee7e36ae-7531-471f-9344-44e1758b777a" providerId="ADAL" clId="{3BB827B1-449D-4AC6-9166-B72710051B6C}" dt="2025-06-12T22:01:06.216" v="9908" actId="1076"/>
          <ac:graphicFrameMkLst>
            <pc:docMk/>
            <pc:sldMk cId="2628382028" sldId="308"/>
            <ac:graphicFrameMk id="10" creationId="{C7AE01EF-A949-FF4C-A15B-4EDD44333592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2T21:59:24.354" v="9874" actId="14734"/>
          <ac:graphicFrameMkLst>
            <pc:docMk/>
            <pc:sldMk cId="2628382028" sldId="308"/>
            <ac:graphicFrameMk id="11" creationId="{DCF7DCF1-0F60-A00B-485B-DCF8C821AEDC}"/>
          </ac:graphicFrameMkLst>
        </pc:graphicFrameChg>
        <pc:picChg chg="add mod">
          <ac:chgData name="NISHANT NANASAHEB JAGTAP" userId="ee7e36ae-7531-471f-9344-44e1758b777a" providerId="ADAL" clId="{3BB827B1-449D-4AC6-9166-B72710051B6C}" dt="2025-06-12T06:48:56.156" v="5703" actId="1038"/>
          <ac:picMkLst>
            <pc:docMk/>
            <pc:sldMk cId="2628382028" sldId="308"/>
            <ac:picMk id="7" creationId="{400FAAA2-9668-9FF3-56B8-3A0DFCB7B0A4}"/>
          </ac:picMkLst>
        </pc:picChg>
        <pc:picChg chg="add mod">
          <ac:chgData name="NISHANT NANASAHEB JAGTAP" userId="ee7e36ae-7531-471f-9344-44e1758b777a" providerId="ADAL" clId="{3BB827B1-449D-4AC6-9166-B72710051B6C}" dt="2025-06-12T06:48:23.094" v="5660" actId="1076"/>
          <ac:picMkLst>
            <pc:docMk/>
            <pc:sldMk cId="2628382028" sldId="308"/>
            <ac:picMk id="8" creationId="{E3978FBB-2DA0-3A25-65FE-293A915A35E4}"/>
          </ac:picMkLst>
        </pc:picChg>
        <pc:picChg chg="add mod">
          <ac:chgData name="NISHANT NANASAHEB JAGTAP" userId="ee7e36ae-7531-471f-9344-44e1758b777a" providerId="ADAL" clId="{3BB827B1-449D-4AC6-9166-B72710051B6C}" dt="2025-06-12T06:48:34.801" v="5664" actId="1076"/>
          <ac:picMkLst>
            <pc:docMk/>
            <pc:sldMk cId="2628382028" sldId="308"/>
            <ac:picMk id="9" creationId="{71F26449-9B2C-4DC0-317A-4C0200EF6261}"/>
          </ac:picMkLst>
        </pc:picChg>
      </pc:sldChg>
      <pc:sldChg chg="addSp delSp modSp new mod">
        <pc:chgData name="NISHANT NANASAHEB JAGTAP" userId="ee7e36ae-7531-471f-9344-44e1758b777a" providerId="ADAL" clId="{3BB827B1-449D-4AC6-9166-B72710051B6C}" dt="2025-06-12T21:24:07.733" v="9509" actId="1076"/>
        <pc:sldMkLst>
          <pc:docMk/>
          <pc:sldMk cId="3562030687" sldId="309"/>
        </pc:sldMkLst>
        <pc:spChg chg="del">
          <ac:chgData name="NISHANT NANASAHEB JAGTAP" userId="ee7e36ae-7531-471f-9344-44e1758b777a" providerId="ADAL" clId="{3BB827B1-449D-4AC6-9166-B72710051B6C}" dt="2025-06-12T06:50:05.858" v="5705" actId="478"/>
          <ac:spMkLst>
            <pc:docMk/>
            <pc:sldMk cId="3562030687" sldId="309"/>
            <ac:spMk id="2" creationId="{72F65203-E968-FF1E-8B22-3628446A0940}"/>
          </ac:spMkLst>
        </pc:spChg>
        <pc:spChg chg="add mod">
          <ac:chgData name="NISHANT NANASAHEB JAGTAP" userId="ee7e36ae-7531-471f-9344-44e1758b777a" providerId="ADAL" clId="{3BB827B1-449D-4AC6-9166-B72710051B6C}" dt="2025-06-12T20:11:32.279" v="8395" actId="1076"/>
          <ac:spMkLst>
            <pc:docMk/>
            <pc:sldMk cId="3562030687" sldId="309"/>
            <ac:spMk id="2" creationId="{8037B8EC-2D9F-D179-4F62-16E250AD9979}"/>
          </ac:spMkLst>
        </pc:spChg>
        <pc:spChg chg="add del mod">
          <ac:chgData name="NISHANT NANASAHEB JAGTAP" userId="ee7e36ae-7531-471f-9344-44e1758b777a" providerId="ADAL" clId="{3BB827B1-449D-4AC6-9166-B72710051B6C}" dt="2025-06-12T21:15:16.598" v="9224" actId="478"/>
          <ac:spMkLst>
            <pc:docMk/>
            <pc:sldMk cId="3562030687" sldId="309"/>
            <ac:spMk id="3" creationId="{78DE2007-240A-A016-477E-9470D5030617}"/>
          </ac:spMkLst>
        </pc:spChg>
        <pc:spChg chg="del">
          <ac:chgData name="NISHANT NANASAHEB JAGTAP" userId="ee7e36ae-7531-471f-9344-44e1758b777a" providerId="ADAL" clId="{3BB827B1-449D-4AC6-9166-B72710051B6C}" dt="2025-06-12T06:50:24.622" v="5717" actId="478"/>
          <ac:spMkLst>
            <pc:docMk/>
            <pc:sldMk cId="3562030687" sldId="309"/>
            <ac:spMk id="3" creationId="{D2FC5739-3605-489E-E8EF-F4A72D8BDE35}"/>
          </ac:spMkLst>
        </pc:spChg>
        <pc:spChg chg="add mod">
          <ac:chgData name="NISHANT NANASAHEB JAGTAP" userId="ee7e36ae-7531-471f-9344-44e1758b777a" providerId="ADAL" clId="{3BB827B1-449D-4AC6-9166-B72710051B6C}" dt="2025-06-12T17:58:38.873" v="7181" actId="108"/>
          <ac:spMkLst>
            <pc:docMk/>
            <pc:sldMk cId="3562030687" sldId="309"/>
            <ac:spMk id="7" creationId="{FF961269-4234-902A-886F-F6EE6AA02D91}"/>
          </ac:spMkLst>
        </pc:spChg>
        <pc:spChg chg="add del mod">
          <ac:chgData name="NISHANT NANASAHEB JAGTAP" userId="ee7e36ae-7531-471f-9344-44e1758b777a" providerId="ADAL" clId="{3BB827B1-449D-4AC6-9166-B72710051B6C}" dt="2025-06-12T21:15:15.509" v="9223" actId="478"/>
          <ac:spMkLst>
            <pc:docMk/>
            <pc:sldMk cId="3562030687" sldId="309"/>
            <ac:spMk id="11" creationId="{DEB99FE1-C5E6-6F90-689C-31DA1C12D2FF}"/>
          </ac:spMkLst>
        </pc:spChg>
        <pc:spChg chg="add mod">
          <ac:chgData name="NISHANT NANASAHEB JAGTAP" userId="ee7e36ae-7531-471f-9344-44e1758b777a" providerId="ADAL" clId="{3BB827B1-449D-4AC6-9166-B72710051B6C}" dt="2025-06-12T21:22:12.682" v="9495" actId="1076"/>
          <ac:spMkLst>
            <pc:docMk/>
            <pc:sldMk cId="3562030687" sldId="309"/>
            <ac:spMk id="13" creationId="{64EE9DB8-3A60-B6D4-D871-6CE00DA0CC26}"/>
          </ac:spMkLst>
        </pc:spChg>
        <pc:spChg chg="add mod">
          <ac:chgData name="NISHANT NANASAHEB JAGTAP" userId="ee7e36ae-7531-471f-9344-44e1758b777a" providerId="ADAL" clId="{3BB827B1-449D-4AC6-9166-B72710051B6C}" dt="2025-06-12T21:24:07.733" v="9509" actId="1076"/>
          <ac:spMkLst>
            <pc:docMk/>
            <pc:sldMk cId="3562030687" sldId="309"/>
            <ac:spMk id="15" creationId="{D1F08B58-4649-9FC9-34F0-6487EDD9EEF1}"/>
          </ac:spMkLst>
        </pc:spChg>
        <pc:spChg chg="add mod">
          <ac:chgData name="NISHANT NANASAHEB JAGTAP" userId="ee7e36ae-7531-471f-9344-44e1758b777a" providerId="ADAL" clId="{3BB827B1-449D-4AC6-9166-B72710051B6C}" dt="2025-06-12T21:21:49.662" v="9463" actId="1076"/>
          <ac:spMkLst>
            <pc:docMk/>
            <pc:sldMk cId="3562030687" sldId="309"/>
            <ac:spMk id="17" creationId="{7EE36431-10A0-BCD3-BC88-6970BEC77A0B}"/>
          </ac:spMkLst>
        </pc:spChg>
        <pc:graphicFrameChg chg="add mod modGraphic">
          <ac:chgData name="NISHANT NANASAHEB JAGTAP" userId="ee7e36ae-7531-471f-9344-44e1758b777a" providerId="ADAL" clId="{3BB827B1-449D-4AC6-9166-B72710051B6C}" dt="2025-06-12T20:11:28.071" v="8394" actId="14734"/>
          <ac:graphicFrameMkLst>
            <pc:docMk/>
            <pc:sldMk cId="3562030687" sldId="309"/>
            <ac:graphicFrameMk id="8" creationId="{CC732C4F-22C8-E793-9D2D-5DD7040BEEC5}"/>
          </ac:graphicFrameMkLst>
        </pc:graphicFrameChg>
        <pc:picChg chg="add mod">
          <ac:chgData name="NISHANT NANASAHEB JAGTAP" userId="ee7e36ae-7531-471f-9344-44e1758b777a" providerId="ADAL" clId="{3BB827B1-449D-4AC6-9166-B72710051B6C}" dt="2025-06-12T06:52:42.760" v="5750" actId="1076"/>
          <ac:picMkLst>
            <pc:docMk/>
            <pc:sldMk cId="3562030687" sldId="309"/>
            <ac:picMk id="9" creationId="{E773BD03-0C39-AE2D-5A3E-6DE7FFF7D2AB}"/>
          </ac:picMkLst>
        </pc:picChg>
        <pc:picChg chg="add mod">
          <ac:chgData name="NISHANT NANASAHEB JAGTAP" userId="ee7e36ae-7531-471f-9344-44e1758b777a" providerId="ADAL" clId="{3BB827B1-449D-4AC6-9166-B72710051B6C}" dt="2025-06-12T09:46:28.225" v="6084" actId="1076"/>
          <ac:picMkLst>
            <pc:docMk/>
            <pc:sldMk cId="3562030687" sldId="309"/>
            <ac:picMk id="10" creationId="{0F2AE75E-2EEA-DB09-3B20-6E60B0A3BD7A}"/>
          </ac:picMkLst>
        </pc:picChg>
        <pc:picChg chg="add mod modCrop">
          <ac:chgData name="NISHANT NANASAHEB JAGTAP" userId="ee7e36ae-7531-471f-9344-44e1758b777a" providerId="ADAL" clId="{3BB827B1-449D-4AC6-9166-B72710051B6C}" dt="2025-06-12T20:25:13.262" v="8555" actId="1076"/>
          <ac:picMkLst>
            <pc:docMk/>
            <pc:sldMk cId="3562030687" sldId="309"/>
            <ac:picMk id="12" creationId="{AF3F9D01-F870-E2F5-4A5E-3FA92D385F79}"/>
          </ac:picMkLst>
        </pc:picChg>
        <pc:picChg chg="add mod modCrop">
          <ac:chgData name="NISHANT NANASAHEB JAGTAP" userId="ee7e36ae-7531-471f-9344-44e1758b777a" providerId="ADAL" clId="{3BB827B1-449D-4AC6-9166-B72710051B6C}" dt="2025-06-12T21:22:33.486" v="9497" actId="732"/>
          <ac:picMkLst>
            <pc:docMk/>
            <pc:sldMk cId="3562030687" sldId="309"/>
            <ac:picMk id="14" creationId="{F78AB404-A7BE-7FF3-1EDD-B6584B29ACB0}"/>
          </ac:picMkLst>
        </pc:picChg>
        <pc:picChg chg="add mod">
          <ac:chgData name="NISHANT NANASAHEB JAGTAP" userId="ee7e36ae-7531-471f-9344-44e1758b777a" providerId="ADAL" clId="{3BB827B1-449D-4AC6-9166-B72710051B6C}" dt="2025-06-12T12:47:18.688" v="6778" actId="1076"/>
          <ac:picMkLst>
            <pc:docMk/>
            <pc:sldMk cId="3562030687" sldId="309"/>
            <ac:picMk id="16" creationId="{9033D40F-ACDC-90B1-3397-FF9AC9F8DA17}"/>
          </ac:picMkLst>
        </pc:picChg>
      </pc:sldChg>
      <pc:sldChg chg="addSp delSp modSp new mod modAnim">
        <pc:chgData name="NISHANT NANASAHEB JAGTAP" userId="ee7e36ae-7531-471f-9344-44e1758b777a" providerId="ADAL" clId="{3BB827B1-449D-4AC6-9166-B72710051B6C}" dt="2025-06-12T22:07:14.039" v="10003" actId="1076"/>
        <pc:sldMkLst>
          <pc:docMk/>
          <pc:sldMk cId="1304834536" sldId="310"/>
        </pc:sldMkLst>
        <pc:spChg chg="del">
          <ac:chgData name="NISHANT NANASAHEB JAGTAP" userId="ee7e36ae-7531-471f-9344-44e1758b777a" providerId="ADAL" clId="{3BB827B1-449D-4AC6-9166-B72710051B6C}" dt="2025-06-12T07:05:06.325" v="5856" actId="478"/>
          <ac:spMkLst>
            <pc:docMk/>
            <pc:sldMk cId="1304834536" sldId="310"/>
            <ac:spMk id="2" creationId="{378CC898-AD98-D006-321B-D2592AFFC7A9}"/>
          </ac:spMkLst>
        </pc:spChg>
        <pc:spChg chg="add mod">
          <ac:chgData name="NISHANT NANASAHEB JAGTAP" userId="ee7e36ae-7531-471f-9344-44e1758b777a" providerId="ADAL" clId="{3BB827B1-449D-4AC6-9166-B72710051B6C}" dt="2025-06-12T22:02:11.216" v="9914" actId="20577"/>
          <ac:spMkLst>
            <pc:docMk/>
            <pc:sldMk cId="1304834536" sldId="310"/>
            <ac:spMk id="3" creationId="{B54FBECD-33CD-CCB1-CA40-C9D3D37EE570}"/>
          </ac:spMkLst>
        </pc:spChg>
        <pc:spChg chg="del">
          <ac:chgData name="NISHANT NANASAHEB JAGTAP" userId="ee7e36ae-7531-471f-9344-44e1758b777a" providerId="ADAL" clId="{3BB827B1-449D-4AC6-9166-B72710051B6C}" dt="2025-06-12T06:55:04.904" v="5753" actId="478"/>
          <ac:spMkLst>
            <pc:docMk/>
            <pc:sldMk cId="1304834536" sldId="310"/>
            <ac:spMk id="3" creationId="{BC3E2A2E-3CB6-2240-A7ED-869341735528}"/>
          </ac:spMkLst>
        </pc:spChg>
        <pc:spChg chg="add mod">
          <ac:chgData name="NISHANT NANASAHEB JAGTAP" userId="ee7e36ae-7531-471f-9344-44e1758b777a" providerId="ADAL" clId="{3BB827B1-449D-4AC6-9166-B72710051B6C}" dt="2025-06-12T22:02:03.316" v="9912" actId="20577"/>
          <ac:spMkLst>
            <pc:docMk/>
            <pc:sldMk cId="1304834536" sldId="310"/>
            <ac:spMk id="9" creationId="{CE1DF666-1164-AC59-1B34-A6F2EC2A2245}"/>
          </ac:spMkLst>
        </pc:spChg>
        <pc:spChg chg="add mod">
          <ac:chgData name="NISHANT NANASAHEB JAGTAP" userId="ee7e36ae-7531-471f-9344-44e1758b777a" providerId="ADAL" clId="{3BB827B1-449D-4AC6-9166-B72710051B6C}" dt="2025-06-12T17:58:43.164" v="7182" actId="108"/>
          <ac:spMkLst>
            <pc:docMk/>
            <pc:sldMk cId="1304834536" sldId="310"/>
            <ac:spMk id="10" creationId="{21121A00-E4BA-4D84-98E3-AFCAE9165DF3}"/>
          </ac:spMkLst>
        </pc:spChg>
        <pc:spChg chg="add mod">
          <ac:chgData name="NISHANT NANASAHEB JAGTAP" userId="ee7e36ae-7531-471f-9344-44e1758b777a" providerId="ADAL" clId="{3BB827B1-449D-4AC6-9166-B72710051B6C}" dt="2025-06-12T21:25:52.828" v="9537" actId="20577"/>
          <ac:spMkLst>
            <pc:docMk/>
            <pc:sldMk cId="1304834536" sldId="310"/>
            <ac:spMk id="13" creationId="{6DCDF674-DCF4-3039-3003-D232CC7E5FCF}"/>
          </ac:spMkLst>
        </pc:spChg>
        <pc:spChg chg="add mod">
          <ac:chgData name="NISHANT NANASAHEB JAGTAP" userId="ee7e36ae-7531-471f-9344-44e1758b777a" providerId="ADAL" clId="{3BB827B1-449D-4AC6-9166-B72710051B6C}" dt="2025-06-12T22:07:14.039" v="10003" actId="1076"/>
          <ac:spMkLst>
            <pc:docMk/>
            <pc:sldMk cId="1304834536" sldId="310"/>
            <ac:spMk id="14" creationId="{47DDB202-35B6-8013-213A-8FF5EE5DE7DB}"/>
          </ac:spMkLst>
        </pc:spChg>
        <pc:graphicFrameChg chg="add mod modGraphic">
          <ac:chgData name="NISHANT NANASAHEB JAGTAP" userId="ee7e36ae-7531-471f-9344-44e1758b777a" providerId="ADAL" clId="{3BB827B1-449D-4AC6-9166-B72710051B6C}" dt="2025-06-12T21:54:06.984" v="9835" actId="14734"/>
          <ac:graphicFrameMkLst>
            <pc:docMk/>
            <pc:sldMk cId="1304834536" sldId="310"/>
            <ac:graphicFrameMk id="7" creationId="{55853789-DC7D-D747-1466-99BD0BF15B04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2T21:56:23.024" v="9846" actId="1076"/>
          <ac:graphicFrameMkLst>
            <pc:docMk/>
            <pc:sldMk cId="1304834536" sldId="310"/>
            <ac:graphicFrameMk id="8" creationId="{312805EC-3A91-EB54-2C5D-E4DAA9102EE6}"/>
          </ac:graphicFrameMkLst>
        </pc:graphicFrameChg>
        <pc:graphicFrameChg chg="add mod">
          <ac:chgData name="NISHANT NANASAHEB JAGTAP" userId="ee7e36ae-7531-471f-9344-44e1758b777a" providerId="ADAL" clId="{3BB827B1-449D-4AC6-9166-B72710051B6C}" dt="2025-06-12T07:05:07.761" v="5857"/>
          <ac:graphicFrameMkLst>
            <pc:docMk/>
            <pc:sldMk cId="1304834536" sldId="310"/>
            <ac:graphicFrameMk id="9" creationId="{CEDBAE92-D452-7F8B-8252-F173965B6C4B}"/>
          </ac:graphicFrameMkLst>
        </pc:graphicFrameChg>
        <pc:picChg chg="add mod">
          <ac:chgData name="NISHANT NANASAHEB JAGTAP" userId="ee7e36ae-7531-471f-9344-44e1758b777a" providerId="ADAL" clId="{3BB827B1-449D-4AC6-9166-B72710051B6C}" dt="2025-06-12T21:24:23.088" v="9511" actId="1076"/>
          <ac:picMkLst>
            <pc:docMk/>
            <pc:sldMk cId="1304834536" sldId="310"/>
            <ac:picMk id="11" creationId="{53664B2D-61E1-1FDB-F16C-6162135E896C}"/>
          </ac:picMkLst>
        </pc:picChg>
        <pc:picChg chg="add mod">
          <ac:chgData name="NISHANT NANASAHEB JAGTAP" userId="ee7e36ae-7531-471f-9344-44e1758b777a" providerId="ADAL" clId="{3BB827B1-449D-4AC6-9166-B72710051B6C}" dt="2025-06-12T21:26:04.655" v="9541" actId="1076"/>
          <ac:picMkLst>
            <pc:docMk/>
            <pc:sldMk cId="1304834536" sldId="310"/>
            <ac:picMk id="12" creationId="{52CA0E3F-879F-B304-C8A6-ACB3A6B4BF84}"/>
          </ac:picMkLst>
        </pc:picChg>
      </pc:sldChg>
      <pc:sldChg chg="addSp delSp modSp new mod">
        <pc:chgData name="NISHANT NANASAHEB JAGTAP" userId="ee7e36ae-7531-471f-9344-44e1758b777a" providerId="ADAL" clId="{3BB827B1-449D-4AC6-9166-B72710051B6C}" dt="2025-06-12T22:02:17.553" v="9916" actId="20577"/>
        <pc:sldMkLst>
          <pc:docMk/>
          <pc:sldMk cId="1536557138" sldId="311"/>
        </pc:sldMkLst>
        <pc:spChg chg="add mod">
          <ac:chgData name="NISHANT NANASAHEB JAGTAP" userId="ee7e36ae-7531-471f-9344-44e1758b777a" providerId="ADAL" clId="{3BB827B1-449D-4AC6-9166-B72710051B6C}" dt="2025-06-12T20:18:04.230" v="8465" actId="1076"/>
          <ac:spMkLst>
            <pc:docMk/>
            <pc:sldMk cId="1536557138" sldId="311"/>
            <ac:spMk id="2" creationId="{22971519-90BE-CA88-00BD-F3604DAA9730}"/>
          </ac:spMkLst>
        </pc:spChg>
        <pc:spChg chg="del">
          <ac:chgData name="NISHANT NANASAHEB JAGTAP" userId="ee7e36ae-7531-471f-9344-44e1758b777a" providerId="ADAL" clId="{3BB827B1-449D-4AC6-9166-B72710051B6C}" dt="2025-06-12T07:06:56.807" v="5865" actId="478"/>
          <ac:spMkLst>
            <pc:docMk/>
            <pc:sldMk cId="1536557138" sldId="311"/>
            <ac:spMk id="2" creationId="{83C6AF53-4844-1A91-C0FC-65EA7626A5D2}"/>
          </ac:spMkLst>
        </pc:spChg>
        <pc:spChg chg="del">
          <ac:chgData name="NISHANT NANASAHEB JAGTAP" userId="ee7e36ae-7531-471f-9344-44e1758b777a" providerId="ADAL" clId="{3BB827B1-449D-4AC6-9166-B72710051B6C}" dt="2025-06-12T07:08:47.592" v="5912" actId="478"/>
          <ac:spMkLst>
            <pc:docMk/>
            <pc:sldMk cId="1536557138" sldId="311"/>
            <ac:spMk id="3" creationId="{37F7EDB4-5AE3-A686-2B5A-4AAB34458128}"/>
          </ac:spMkLst>
        </pc:spChg>
        <pc:spChg chg="mod">
          <ac:chgData name="NISHANT NANASAHEB JAGTAP" userId="ee7e36ae-7531-471f-9344-44e1758b777a" providerId="ADAL" clId="{3BB827B1-449D-4AC6-9166-B72710051B6C}" dt="2025-06-12T20:15:09.320" v="8402"/>
          <ac:spMkLst>
            <pc:docMk/>
            <pc:sldMk cId="1536557138" sldId="311"/>
            <ac:spMk id="5" creationId="{8E202DBF-B1F8-431D-F4A2-A1F36D0B4176}"/>
          </ac:spMkLst>
        </pc:spChg>
        <pc:spChg chg="mod">
          <ac:chgData name="NISHANT NANASAHEB JAGTAP" userId="ee7e36ae-7531-471f-9344-44e1758b777a" providerId="ADAL" clId="{3BB827B1-449D-4AC6-9166-B72710051B6C}" dt="2025-06-12T20:15:52.777" v="8428" actId="1076"/>
          <ac:spMkLst>
            <pc:docMk/>
            <pc:sldMk cId="1536557138" sldId="311"/>
            <ac:spMk id="6" creationId="{CB90A81B-81AD-9BCB-B83C-2F22C840D19B}"/>
          </ac:spMkLst>
        </pc:spChg>
        <pc:spChg chg="add mod">
          <ac:chgData name="NISHANT NANASAHEB JAGTAP" userId="ee7e36ae-7531-471f-9344-44e1758b777a" providerId="ADAL" clId="{3BB827B1-449D-4AC6-9166-B72710051B6C}" dt="2025-06-12T17:58:48.319" v="7183" actId="108"/>
          <ac:spMkLst>
            <pc:docMk/>
            <pc:sldMk cId="1536557138" sldId="311"/>
            <ac:spMk id="7" creationId="{67B1B2DF-0DDF-6322-2749-1E29A176ACAA}"/>
          </ac:spMkLst>
        </pc:spChg>
        <pc:spChg chg="add del mod">
          <ac:chgData name="NISHANT NANASAHEB JAGTAP" userId="ee7e36ae-7531-471f-9344-44e1758b777a" providerId="ADAL" clId="{3BB827B1-449D-4AC6-9166-B72710051B6C}" dt="2025-06-12T20:15:06.520" v="8401" actId="478"/>
          <ac:spMkLst>
            <pc:docMk/>
            <pc:sldMk cId="1536557138" sldId="311"/>
            <ac:spMk id="12" creationId="{C411F915-EF5E-2C99-9AAC-EF37C7511125}"/>
          </ac:spMkLst>
        </pc:spChg>
        <pc:spChg chg="add mod">
          <ac:chgData name="NISHANT NANASAHEB JAGTAP" userId="ee7e36ae-7531-471f-9344-44e1758b777a" providerId="ADAL" clId="{3BB827B1-449D-4AC6-9166-B72710051B6C}" dt="2025-06-12T22:02:17.553" v="9916" actId="20577"/>
          <ac:spMkLst>
            <pc:docMk/>
            <pc:sldMk cId="1536557138" sldId="311"/>
            <ac:spMk id="15" creationId="{F8173714-9CFA-228E-3CFD-52D82CFC1B1A}"/>
          </ac:spMkLst>
        </pc:spChg>
        <pc:spChg chg="add mod">
          <ac:chgData name="NISHANT NANASAHEB JAGTAP" userId="ee7e36ae-7531-471f-9344-44e1758b777a" providerId="ADAL" clId="{3BB827B1-449D-4AC6-9166-B72710051B6C}" dt="2025-06-12T21:27:15.317" v="9568" actId="20577"/>
          <ac:spMkLst>
            <pc:docMk/>
            <pc:sldMk cId="1536557138" sldId="311"/>
            <ac:spMk id="17" creationId="{80AAD2B1-AA71-49C4-1791-509C88C4841B}"/>
          </ac:spMkLst>
        </pc:spChg>
        <pc:spChg chg="add mod">
          <ac:chgData name="NISHANT NANASAHEB JAGTAP" userId="ee7e36ae-7531-471f-9344-44e1758b777a" providerId="ADAL" clId="{3BB827B1-449D-4AC6-9166-B72710051B6C}" dt="2025-06-12T20:20:28.353" v="8506" actId="1076"/>
          <ac:spMkLst>
            <pc:docMk/>
            <pc:sldMk cId="1536557138" sldId="311"/>
            <ac:spMk id="19" creationId="{F6FA8623-D9BA-7AE7-D98D-1F73984F352F}"/>
          </ac:spMkLst>
        </pc:spChg>
        <pc:spChg chg="add mod">
          <ac:chgData name="NISHANT NANASAHEB JAGTAP" userId="ee7e36ae-7531-471f-9344-44e1758b777a" providerId="ADAL" clId="{3BB827B1-449D-4AC6-9166-B72710051B6C}" dt="2025-06-12T20:20:33.671" v="8507" actId="1076"/>
          <ac:spMkLst>
            <pc:docMk/>
            <pc:sldMk cId="1536557138" sldId="311"/>
            <ac:spMk id="20" creationId="{61D29FA5-DB67-5CA3-37E2-19DDA1348C83}"/>
          </ac:spMkLst>
        </pc:spChg>
        <pc:spChg chg="add del mod">
          <ac:chgData name="NISHANT NANASAHEB JAGTAP" userId="ee7e36ae-7531-471f-9344-44e1758b777a" providerId="ADAL" clId="{3BB827B1-449D-4AC6-9166-B72710051B6C}" dt="2025-06-12T20:22:01.511" v="8521" actId="478"/>
          <ac:spMkLst>
            <pc:docMk/>
            <pc:sldMk cId="1536557138" sldId="311"/>
            <ac:spMk id="21" creationId="{B0FC1F61-842C-FB63-C1CE-71E36F9E04DE}"/>
          </ac:spMkLst>
        </pc:spChg>
        <pc:spChg chg="add mod">
          <ac:chgData name="NISHANT NANASAHEB JAGTAP" userId="ee7e36ae-7531-471f-9344-44e1758b777a" providerId="ADAL" clId="{3BB827B1-449D-4AC6-9166-B72710051B6C}" dt="2025-06-12T21:27:18.809" v="9570" actId="20577"/>
          <ac:spMkLst>
            <pc:docMk/>
            <pc:sldMk cId="1536557138" sldId="311"/>
            <ac:spMk id="22" creationId="{358AA20E-8A1E-2FC4-00E1-85FFB8F7FB86}"/>
          </ac:spMkLst>
        </pc:spChg>
        <pc:graphicFrameChg chg="add mod modGraphic">
          <ac:chgData name="NISHANT NANASAHEB JAGTAP" userId="ee7e36ae-7531-471f-9344-44e1758b777a" providerId="ADAL" clId="{3BB827B1-449D-4AC6-9166-B72710051B6C}" dt="2025-06-12T20:20:57.023" v="8508" actId="1076"/>
          <ac:graphicFrameMkLst>
            <pc:docMk/>
            <pc:sldMk cId="1536557138" sldId="311"/>
            <ac:graphicFrameMk id="11" creationId="{915B0120-771C-0976-A525-5B8F7A8C71A6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2T20:18:04.230" v="8465" actId="1076"/>
          <ac:graphicFrameMkLst>
            <pc:docMk/>
            <pc:sldMk cId="1536557138" sldId="311"/>
            <ac:graphicFrameMk id="13" creationId="{B56AF041-D98D-F9BB-AEC1-7973B1C78CDD}"/>
          </ac:graphicFrameMkLst>
        </pc:graphicFrameChg>
        <pc:picChg chg="add mod">
          <ac:chgData name="NISHANT NANASAHEB JAGTAP" userId="ee7e36ae-7531-471f-9344-44e1758b777a" providerId="ADAL" clId="{3BB827B1-449D-4AC6-9166-B72710051B6C}" dt="2025-06-12T07:39:01.884" v="5934" actId="1076"/>
          <ac:picMkLst>
            <pc:docMk/>
            <pc:sldMk cId="1536557138" sldId="311"/>
            <ac:picMk id="8" creationId="{1ABEE951-2C51-191E-8F63-4B6B5EEA9D08}"/>
          </ac:picMkLst>
        </pc:picChg>
        <pc:picChg chg="add mod">
          <ac:chgData name="NISHANT NANASAHEB JAGTAP" userId="ee7e36ae-7531-471f-9344-44e1758b777a" providerId="ADAL" clId="{3BB827B1-449D-4AC6-9166-B72710051B6C}" dt="2025-06-12T20:18:18.186" v="8470" actId="14100"/>
          <ac:picMkLst>
            <pc:docMk/>
            <pc:sldMk cId="1536557138" sldId="311"/>
            <ac:picMk id="9" creationId="{3C9EF9F5-104F-3EA5-EE6B-329CB4811A66}"/>
          </ac:picMkLst>
        </pc:picChg>
        <pc:picChg chg="add mod">
          <ac:chgData name="NISHANT NANASAHEB JAGTAP" userId="ee7e36ae-7531-471f-9344-44e1758b777a" providerId="ADAL" clId="{3BB827B1-449D-4AC6-9166-B72710051B6C}" dt="2025-06-12T20:18:11.620" v="8467" actId="1076"/>
          <ac:picMkLst>
            <pc:docMk/>
            <pc:sldMk cId="1536557138" sldId="311"/>
            <ac:picMk id="10" creationId="{93142A26-F08B-E9CF-5ACE-06616399A40C}"/>
          </ac:picMkLst>
        </pc:picChg>
        <pc:picChg chg="add del mod">
          <ac:chgData name="NISHANT NANASAHEB JAGTAP" userId="ee7e36ae-7531-471f-9344-44e1758b777a" providerId="ADAL" clId="{3BB827B1-449D-4AC6-9166-B72710051B6C}" dt="2025-06-12T07:39:26.312" v="5936" actId="478"/>
          <ac:picMkLst>
            <pc:docMk/>
            <pc:sldMk cId="1536557138" sldId="311"/>
            <ac:picMk id="12" creationId="{9B6DBCA1-295D-B88A-CA87-801B5FBF6F44}"/>
          </ac:picMkLst>
        </pc:picChg>
      </pc:sldChg>
      <pc:sldChg chg="addSp delSp modSp new mod">
        <pc:chgData name="NISHANT NANASAHEB JAGTAP" userId="ee7e36ae-7531-471f-9344-44e1758b777a" providerId="ADAL" clId="{3BB827B1-449D-4AC6-9166-B72710051B6C}" dt="2025-06-12T12:58:24.817" v="6806"/>
        <pc:sldMkLst>
          <pc:docMk/>
          <pc:sldMk cId="2824926917" sldId="312"/>
        </pc:sldMkLst>
        <pc:spChg chg="del">
          <ac:chgData name="NISHANT NANASAHEB JAGTAP" userId="ee7e36ae-7531-471f-9344-44e1758b777a" providerId="ADAL" clId="{3BB827B1-449D-4AC6-9166-B72710051B6C}" dt="2025-06-12T12:57:29.063" v="6801" actId="478"/>
          <ac:spMkLst>
            <pc:docMk/>
            <pc:sldMk cId="2824926917" sldId="312"/>
            <ac:spMk id="2" creationId="{D1517F25-4D37-1C58-BA54-919BBE5FD566}"/>
          </ac:spMkLst>
        </pc:spChg>
        <pc:spChg chg="del">
          <ac:chgData name="NISHANT NANASAHEB JAGTAP" userId="ee7e36ae-7531-471f-9344-44e1758b777a" providerId="ADAL" clId="{3BB827B1-449D-4AC6-9166-B72710051B6C}" dt="2025-06-12T12:57:27.444" v="6800" actId="478"/>
          <ac:spMkLst>
            <pc:docMk/>
            <pc:sldMk cId="2824926917" sldId="312"/>
            <ac:spMk id="3" creationId="{DEDBD9C4-4786-33E0-6832-23C59B4C3BFA}"/>
          </ac:spMkLst>
        </pc:spChg>
        <pc:graphicFrameChg chg="add mod">
          <ac:chgData name="NISHANT NANASAHEB JAGTAP" userId="ee7e36ae-7531-471f-9344-44e1758b777a" providerId="ADAL" clId="{3BB827B1-449D-4AC6-9166-B72710051B6C}" dt="2025-06-12T12:58:24.817" v="6806"/>
          <ac:graphicFrameMkLst>
            <pc:docMk/>
            <pc:sldMk cId="2824926917" sldId="312"/>
            <ac:graphicFrameMk id="7" creationId="{3C9400A4-5010-3384-48B1-135530AC6B43}"/>
          </ac:graphicFrameMkLst>
        </pc:graphicFrameChg>
      </pc:sldChg>
      <pc:sldChg chg="modSp del mod">
        <pc:chgData name="NISHANT NANASAHEB JAGTAP" userId="ee7e36ae-7531-471f-9344-44e1758b777a" providerId="ADAL" clId="{3BB827B1-449D-4AC6-9166-B72710051B6C}" dt="2025-06-12T18:45:45.860" v="7557" actId="47"/>
        <pc:sldMkLst>
          <pc:docMk/>
          <pc:sldMk cId="2985511224" sldId="312"/>
        </pc:sldMkLst>
        <pc:spChg chg="mod">
          <ac:chgData name="NISHANT NANASAHEB JAGTAP" userId="ee7e36ae-7531-471f-9344-44e1758b777a" providerId="ADAL" clId="{3BB827B1-449D-4AC6-9166-B72710051B6C}" dt="2025-06-12T17:37:14.130" v="7050" actId="2711"/>
          <ac:spMkLst>
            <pc:docMk/>
            <pc:sldMk cId="2985511224" sldId="312"/>
            <ac:spMk id="7" creationId="{D916446C-CD13-49D1-8B12-B5F0E8D5D7D9}"/>
          </ac:spMkLst>
        </pc:spChg>
        <pc:spChg chg="mod">
          <ac:chgData name="NISHANT NANASAHEB JAGTAP" userId="ee7e36ae-7531-471f-9344-44e1758b777a" providerId="ADAL" clId="{3BB827B1-449D-4AC6-9166-B72710051B6C}" dt="2025-06-12T17:37:18.146" v="7051" actId="2711"/>
          <ac:spMkLst>
            <pc:docMk/>
            <pc:sldMk cId="2985511224" sldId="312"/>
            <ac:spMk id="8" creationId="{1968DCB2-E687-4652-B70E-61E1001A187D}"/>
          </ac:spMkLst>
        </pc:spChg>
        <pc:spChg chg="mod">
          <ac:chgData name="NISHANT NANASAHEB JAGTAP" userId="ee7e36ae-7531-471f-9344-44e1758b777a" providerId="ADAL" clId="{3BB827B1-449D-4AC6-9166-B72710051B6C}" dt="2025-06-12T17:37:21.922" v="7052" actId="2711"/>
          <ac:spMkLst>
            <pc:docMk/>
            <pc:sldMk cId="2985511224" sldId="312"/>
            <ac:spMk id="9" creationId="{A4C971E9-64A5-4070-9095-DA9B51D668AF}"/>
          </ac:spMkLst>
        </pc:spChg>
        <pc:spChg chg="mod">
          <ac:chgData name="NISHANT NANASAHEB JAGTAP" userId="ee7e36ae-7531-471f-9344-44e1758b777a" providerId="ADAL" clId="{3BB827B1-449D-4AC6-9166-B72710051B6C}" dt="2025-06-12T17:57:30.342" v="7175" actId="108"/>
          <ac:spMkLst>
            <pc:docMk/>
            <pc:sldMk cId="2985511224" sldId="312"/>
            <ac:spMk id="18" creationId="{B8BA686D-F313-418D-84EC-6A91FBE4E050}"/>
          </ac:spMkLst>
        </pc:spChg>
      </pc:sldChg>
      <pc:sldChg chg="add">
        <pc:chgData name="NISHANT NANASAHEB JAGTAP" userId="ee7e36ae-7531-471f-9344-44e1758b777a" providerId="ADAL" clId="{3BB827B1-449D-4AC6-9166-B72710051B6C}" dt="2025-06-12T18:39:05.542" v="7506"/>
        <pc:sldMkLst>
          <pc:docMk/>
          <pc:sldMk cId="1153240499" sldId="313"/>
        </pc:sldMkLst>
      </pc:sldChg>
      <pc:sldChg chg="add">
        <pc:chgData name="NISHANT NANASAHEB JAGTAP" userId="ee7e36ae-7531-471f-9344-44e1758b777a" providerId="ADAL" clId="{3BB827B1-449D-4AC6-9166-B72710051B6C}" dt="2025-06-12T19:09:23.273" v="7787"/>
        <pc:sldMkLst>
          <pc:docMk/>
          <pc:sldMk cId="2030265494" sldId="326"/>
        </pc:sldMkLst>
      </pc:sldChg>
      <pc:sldChg chg="addSp delSp modSp add del mod">
        <pc:chgData name="NISHANT NANASAHEB JAGTAP" userId="ee7e36ae-7531-471f-9344-44e1758b777a" providerId="ADAL" clId="{3BB827B1-449D-4AC6-9166-B72710051B6C}" dt="2025-06-12T20:09:01.740" v="8344" actId="47"/>
        <pc:sldMkLst>
          <pc:docMk/>
          <pc:sldMk cId="1515636262" sldId="419"/>
        </pc:sldMkLst>
        <pc:spChg chg="del mod">
          <ac:chgData name="NISHANT NANASAHEB JAGTAP" userId="ee7e36ae-7531-471f-9344-44e1758b777a" providerId="ADAL" clId="{3BB827B1-449D-4AC6-9166-B72710051B6C}" dt="2025-06-12T20:01:55.949" v="8258" actId="21"/>
          <ac:spMkLst>
            <pc:docMk/>
            <pc:sldMk cId="1515636262" sldId="419"/>
            <ac:spMk id="2" creationId="{B4DEB79C-4BA5-7784-2A58-070F894109E6}"/>
          </ac:spMkLst>
        </pc:spChg>
        <pc:spChg chg="add mod">
          <ac:chgData name="NISHANT NANASAHEB JAGTAP" userId="ee7e36ae-7531-471f-9344-44e1758b777a" providerId="ADAL" clId="{3BB827B1-449D-4AC6-9166-B72710051B6C}" dt="2025-06-12T20:01:55.949" v="8258" actId="21"/>
          <ac:spMkLst>
            <pc:docMk/>
            <pc:sldMk cId="1515636262" sldId="419"/>
            <ac:spMk id="8" creationId="{58E0DFAC-7852-04CA-F9C9-6762D49C5983}"/>
          </ac:spMkLst>
        </pc:spChg>
      </pc:sldChg>
      <pc:sldChg chg="add">
        <pc:chgData name="NISHANT NANASAHEB JAGTAP" userId="ee7e36ae-7531-471f-9344-44e1758b777a" providerId="ADAL" clId="{3BB827B1-449D-4AC6-9166-B72710051B6C}" dt="2025-06-12T20:31:24.961" v="8647"/>
        <pc:sldMkLst>
          <pc:docMk/>
          <pc:sldMk cId="600077746" sldId="420"/>
        </pc:sldMkLst>
      </pc:sldChg>
      <pc:sldChg chg="addSp delSp modSp add del mod">
        <pc:chgData name="NISHANT NANASAHEB JAGTAP" userId="ee7e36ae-7531-471f-9344-44e1758b777a" providerId="ADAL" clId="{3BB827B1-449D-4AC6-9166-B72710051B6C}" dt="2025-06-12T20:31:16.629" v="8646" actId="2696"/>
        <pc:sldMkLst>
          <pc:docMk/>
          <pc:sldMk cId="2442368135" sldId="420"/>
        </pc:sldMkLst>
        <pc:spChg chg="add mod">
          <ac:chgData name="NISHANT NANASAHEB JAGTAP" userId="ee7e36ae-7531-471f-9344-44e1758b777a" providerId="ADAL" clId="{3BB827B1-449D-4AC6-9166-B72710051B6C}" dt="2025-06-12T20:02:14.792" v="8261" actId="108"/>
          <ac:spMkLst>
            <pc:docMk/>
            <pc:sldMk cId="2442368135" sldId="420"/>
            <ac:spMk id="2" creationId="{B4DEB79C-4BA5-7784-2A58-070F894109E6}"/>
          </ac:spMkLst>
        </pc:spChg>
        <pc:spChg chg="del">
          <ac:chgData name="NISHANT NANASAHEB JAGTAP" userId="ee7e36ae-7531-471f-9344-44e1758b777a" providerId="ADAL" clId="{3BB827B1-449D-4AC6-9166-B72710051B6C}" dt="2025-06-12T20:01:41.880" v="8256" actId="478"/>
          <ac:spMkLst>
            <pc:docMk/>
            <pc:sldMk cId="2442368135" sldId="420"/>
            <ac:spMk id="11" creationId="{135F83F3-B34B-A29D-7242-CF900243FA5B}"/>
          </ac:spMkLst>
        </pc:spChg>
        <pc:spChg chg="del mod">
          <ac:chgData name="NISHANT NANASAHEB JAGTAP" userId="ee7e36ae-7531-471f-9344-44e1758b777a" providerId="ADAL" clId="{3BB827B1-449D-4AC6-9166-B72710051B6C}" dt="2025-06-12T20:01:40.941" v="8255" actId="478"/>
          <ac:spMkLst>
            <pc:docMk/>
            <pc:sldMk cId="2442368135" sldId="420"/>
            <ac:spMk id="12" creationId="{93341A74-2465-29E9-C504-65EE5F0DCF10}"/>
          </ac:spMkLst>
        </pc:spChg>
        <pc:spChg chg="add mod">
          <ac:chgData name="NISHANT NANASAHEB JAGTAP" userId="ee7e36ae-7531-471f-9344-44e1758b777a" providerId="ADAL" clId="{3BB827B1-449D-4AC6-9166-B72710051B6C}" dt="2025-06-12T20:09:47.451" v="8386" actId="1038"/>
          <ac:spMkLst>
            <pc:docMk/>
            <pc:sldMk cId="2442368135" sldId="420"/>
            <ac:spMk id="15" creationId="{88A29A37-8005-4F0F-B5FD-F8050854F607}"/>
          </ac:spMkLst>
        </pc:spChg>
        <pc:spChg chg="add mod">
          <ac:chgData name="NISHANT NANASAHEB JAGTAP" userId="ee7e36ae-7531-471f-9344-44e1758b777a" providerId="ADAL" clId="{3BB827B1-449D-4AC6-9166-B72710051B6C}" dt="2025-06-12T20:07:15.639" v="8337" actId="1076"/>
          <ac:spMkLst>
            <pc:docMk/>
            <pc:sldMk cId="2442368135" sldId="420"/>
            <ac:spMk id="16" creationId="{B4F665C8-FDB4-76BE-B807-8BCCABA072C4}"/>
          </ac:spMkLst>
        </pc:spChg>
        <pc:spChg chg="add mod">
          <ac:chgData name="NISHANT NANASAHEB JAGTAP" userId="ee7e36ae-7531-471f-9344-44e1758b777a" providerId="ADAL" clId="{3BB827B1-449D-4AC6-9166-B72710051B6C}" dt="2025-06-12T20:07:28.839" v="8341" actId="1076"/>
          <ac:spMkLst>
            <pc:docMk/>
            <pc:sldMk cId="2442368135" sldId="420"/>
            <ac:spMk id="17" creationId="{4E4F011C-5E30-8C1C-4700-1251D1692811}"/>
          </ac:spMkLst>
        </pc:spChg>
        <pc:spChg chg="add mod">
          <ac:chgData name="NISHANT NANASAHEB JAGTAP" userId="ee7e36ae-7531-471f-9344-44e1758b777a" providerId="ADAL" clId="{3BB827B1-449D-4AC6-9166-B72710051B6C}" dt="2025-06-12T20:29:56.845" v="8640" actId="20577"/>
          <ac:spMkLst>
            <pc:docMk/>
            <pc:sldMk cId="2442368135" sldId="420"/>
            <ac:spMk id="21" creationId="{F937782B-9B58-DBC1-B968-3F5E541F2EDA}"/>
          </ac:spMkLst>
        </pc:spChg>
        <pc:graphicFrameChg chg="add mod modGraphic">
          <ac:chgData name="NISHANT NANASAHEB JAGTAP" userId="ee7e36ae-7531-471f-9344-44e1758b777a" providerId="ADAL" clId="{3BB827B1-449D-4AC6-9166-B72710051B6C}" dt="2025-06-12T20:06:26.421" v="8314" actId="1076"/>
          <ac:graphicFrameMkLst>
            <pc:docMk/>
            <pc:sldMk cId="2442368135" sldId="420"/>
            <ac:graphicFrameMk id="7" creationId="{1C106CE5-D673-FE71-21D2-2271908B3D5E}"/>
          </ac:graphicFrameMkLst>
        </pc:graphicFrameChg>
        <pc:graphicFrameChg chg="del">
          <ac:chgData name="NISHANT NANASAHEB JAGTAP" userId="ee7e36ae-7531-471f-9344-44e1758b777a" providerId="ADAL" clId="{3BB827B1-449D-4AC6-9166-B72710051B6C}" dt="2025-06-12T20:01:36.421" v="8253" actId="478"/>
          <ac:graphicFrameMkLst>
            <pc:docMk/>
            <pc:sldMk cId="2442368135" sldId="420"/>
            <ac:graphicFrameMk id="9" creationId="{2ABC65AE-71C2-4123-F2DC-7B8BEB60979C}"/>
          </ac:graphicFrameMkLst>
        </pc:graphicFrameChg>
        <pc:graphicFrameChg chg="del mod">
          <ac:chgData name="NISHANT NANASAHEB JAGTAP" userId="ee7e36ae-7531-471f-9344-44e1758b777a" providerId="ADAL" clId="{3BB827B1-449D-4AC6-9166-B72710051B6C}" dt="2025-06-12T20:03:47.121" v="8266" actId="478"/>
          <ac:graphicFrameMkLst>
            <pc:docMk/>
            <pc:sldMk cId="2442368135" sldId="420"/>
            <ac:graphicFrameMk id="10" creationId="{AD29F8F7-6803-6079-0A4C-6A9061797CD0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2T20:06:36.895" v="8316" actId="1076"/>
          <ac:graphicFrameMkLst>
            <pc:docMk/>
            <pc:sldMk cId="2442368135" sldId="420"/>
            <ac:graphicFrameMk id="18" creationId="{211DC5F9-EA65-EADE-DE9F-7CCE08412279}"/>
          </ac:graphicFrameMkLst>
        </pc:graphicFrameChg>
        <pc:graphicFrameChg chg="add mod modGraphic">
          <ac:chgData name="NISHANT NANASAHEB JAGTAP" userId="ee7e36ae-7531-471f-9344-44e1758b777a" providerId="ADAL" clId="{3BB827B1-449D-4AC6-9166-B72710051B6C}" dt="2025-06-12T20:06:41.444" v="8317" actId="1076"/>
          <ac:graphicFrameMkLst>
            <pc:docMk/>
            <pc:sldMk cId="2442368135" sldId="420"/>
            <ac:graphicFrameMk id="19" creationId="{32D69DA3-E4BF-F43A-54E8-73A5F0A058E9}"/>
          </ac:graphicFrameMkLst>
        </pc:graphicFrameChg>
        <pc:picChg chg="add mod modCrop">
          <ac:chgData name="NISHANT NANASAHEB JAGTAP" userId="ee7e36ae-7531-471f-9344-44e1758b777a" providerId="ADAL" clId="{3BB827B1-449D-4AC6-9166-B72710051B6C}" dt="2025-06-12T20:09:37.727" v="8348" actId="1076"/>
          <ac:picMkLst>
            <pc:docMk/>
            <pc:sldMk cId="2442368135" sldId="420"/>
            <ac:picMk id="3" creationId="{93544D13-7D4D-AF26-4597-F3E2B36C50EC}"/>
          </ac:picMkLst>
        </pc:picChg>
        <pc:picChg chg="mod">
          <ac:chgData name="NISHANT NANASAHEB JAGTAP" userId="ee7e36ae-7531-471f-9344-44e1758b777a" providerId="ADAL" clId="{3BB827B1-449D-4AC6-9166-B72710051B6C}" dt="2025-06-12T20:29:00.309" v="8590" actId="1076"/>
          <ac:picMkLst>
            <pc:docMk/>
            <pc:sldMk cId="2442368135" sldId="420"/>
            <ac:picMk id="8" creationId="{A60261B1-E407-6DA9-153B-DE271E991F08}"/>
          </ac:picMkLst>
        </pc:picChg>
        <pc:picChg chg="mod">
          <ac:chgData name="NISHANT NANASAHEB JAGTAP" userId="ee7e36ae-7531-471f-9344-44e1758b777a" providerId="ADAL" clId="{3BB827B1-449D-4AC6-9166-B72710051B6C}" dt="2025-06-12T20:07:32.806" v="8342" actId="1076"/>
          <ac:picMkLst>
            <pc:docMk/>
            <pc:sldMk cId="2442368135" sldId="420"/>
            <ac:picMk id="13" creationId="{EBFACDBB-6B23-7F12-83D3-2A4ACB9F4E45}"/>
          </ac:picMkLst>
        </pc:picChg>
        <pc:cxnChg chg="add mod">
          <ac:chgData name="NISHANT NANASAHEB JAGTAP" userId="ee7e36ae-7531-471f-9344-44e1758b777a" providerId="ADAL" clId="{3BB827B1-449D-4AC6-9166-B72710051B6C}" dt="2025-06-12T20:09:47.451" v="8386" actId="1038"/>
          <ac:cxnSpMkLst>
            <pc:docMk/>
            <pc:sldMk cId="2442368135" sldId="420"/>
            <ac:cxnSpMk id="14" creationId="{DF32D5D9-CF2E-F7D4-EC43-6968A4CF008F}"/>
          </ac:cxnSpMkLst>
        </pc:cxnChg>
      </pc:sldChg>
      <pc:sldMasterChg chg="modSp mod">
        <pc:chgData name="NISHANT NANASAHEB JAGTAP" userId="ee7e36ae-7531-471f-9344-44e1758b777a" providerId="ADAL" clId="{3BB827B1-449D-4AC6-9166-B72710051B6C}" dt="2025-06-11T11:35:35.893" v="15" actId="20577"/>
        <pc:sldMasterMkLst>
          <pc:docMk/>
          <pc:sldMasterMk cId="2282862638" sldId="2147483648"/>
        </pc:sldMasterMkLst>
        <pc:spChg chg="mod">
          <ac:chgData name="NISHANT NANASAHEB JAGTAP" userId="ee7e36ae-7531-471f-9344-44e1758b777a" providerId="ADAL" clId="{3BB827B1-449D-4AC6-9166-B72710051B6C}" dt="2025-06-11T11:35:35.893" v="15" actId="20577"/>
          <ac:spMkLst>
            <pc:docMk/>
            <pc:sldMasterMk cId="2282862638" sldId="2147483648"/>
            <ac:spMk id="4" creationId="{6438585D-B2F4-918D-AB21-7566EFE15445}"/>
          </ac:spMkLst>
        </pc:spChg>
      </pc:sldMasterChg>
    </pc:docChg>
  </pc:docChgLst>
  <pc:docChgLst>
    <pc:chgData name="NISHANT NANASAHEB JAGTAP" userId="ee7e36ae-7531-471f-9344-44e1758b777a" providerId="ADAL" clId="{A03CF772-7224-4CFD-9063-D3380F4D866B}"/>
    <pc:docChg chg="undo custSel addSld delSld modSld">
      <pc:chgData name="NISHANT NANASAHEB JAGTAP" userId="ee7e36ae-7531-471f-9344-44e1758b777a" providerId="ADAL" clId="{A03CF772-7224-4CFD-9063-D3380F4D866B}" dt="2025-06-12T13:23:09.912" v="235" actId="1076"/>
      <pc:docMkLst>
        <pc:docMk/>
      </pc:docMkLst>
      <pc:sldChg chg="modSp">
        <pc:chgData name="NISHANT NANASAHEB JAGTAP" userId="ee7e36ae-7531-471f-9344-44e1758b777a" providerId="ADAL" clId="{A03CF772-7224-4CFD-9063-D3380F4D866B}" dt="2025-06-12T13:03:36.616" v="4" actId="20577"/>
        <pc:sldMkLst>
          <pc:docMk/>
          <pc:sldMk cId="2944396497" sldId="256"/>
        </pc:sldMkLst>
        <pc:spChg chg="mod">
          <ac:chgData name="NISHANT NANASAHEB JAGTAP" userId="ee7e36ae-7531-471f-9344-44e1758b777a" providerId="ADAL" clId="{A03CF772-7224-4CFD-9063-D3380F4D866B}" dt="2025-06-12T13:03:17.854" v="0" actId="20577"/>
          <ac:spMkLst>
            <pc:docMk/>
            <pc:sldMk cId="2944396497" sldId="256"/>
            <ac:spMk id="2" creationId="{53ED1C7D-B22B-3E9A-0FBA-EA16567C6220}"/>
          </ac:spMkLst>
        </pc:spChg>
        <pc:spChg chg="mod">
          <ac:chgData name="NISHANT NANASAHEB JAGTAP" userId="ee7e36ae-7531-471f-9344-44e1758b777a" providerId="ADAL" clId="{A03CF772-7224-4CFD-9063-D3380F4D866B}" dt="2025-06-12T13:03:36.616" v="4" actId="20577"/>
          <ac:spMkLst>
            <pc:docMk/>
            <pc:sldMk cId="2944396497" sldId="256"/>
            <ac:spMk id="3" creationId="{6EE676A1-61A3-BF49-374F-AD693CFAA8B1}"/>
          </ac:spMkLst>
        </pc:spChg>
      </pc:sldChg>
      <pc:sldChg chg="modSp">
        <pc:chgData name="NISHANT NANASAHEB JAGTAP" userId="ee7e36ae-7531-471f-9344-44e1758b777a" providerId="ADAL" clId="{A03CF772-7224-4CFD-9063-D3380F4D866B}" dt="2025-06-12T13:23:09.912" v="235" actId="1076"/>
        <pc:sldMkLst>
          <pc:docMk/>
          <pc:sldMk cId="2144311553" sldId="272"/>
        </pc:sldMkLst>
        <pc:spChg chg="mod">
          <ac:chgData name="NISHANT NANASAHEB JAGTAP" userId="ee7e36ae-7531-471f-9344-44e1758b777a" providerId="ADAL" clId="{A03CF772-7224-4CFD-9063-D3380F4D866B}" dt="2025-06-12T13:23:09.912" v="235" actId="1076"/>
          <ac:spMkLst>
            <pc:docMk/>
            <pc:sldMk cId="2144311553" sldId="272"/>
            <ac:spMk id="2" creationId="{A18E2392-F45A-EFE4-520D-1B361FEFDA78}"/>
          </ac:spMkLst>
        </pc:spChg>
      </pc:sldChg>
      <pc:sldChg chg="modSp del">
        <pc:chgData name="NISHANT NANASAHEB JAGTAP" userId="ee7e36ae-7531-471f-9344-44e1758b777a" providerId="ADAL" clId="{A03CF772-7224-4CFD-9063-D3380F4D866B}" dt="2025-06-12T13:17:29.066" v="234" actId="2696"/>
        <pc:sldMkLst>
          <pc:docMk/>
          <pc:sldMk cId="4221755060" sldId="303"/>
        </pc:sldMkLst>
        <pc:spChg chg="mod">
          <ac:chgData name="NISHANT NANASAHEB JAGTAP" userId="ee7e36ae-7531-471f-9344-44e1758b777a" providerId="ADAL" clId="{A03CF772-7224-4CFD-9063-D3380F4D866B}" dt="2025-06-12T13:05:39.021" v="19" actId="1076"/>
          <ac:spMkLst>
            <pc:docMk/>
            <pc:sldMk cId="4221755060" sldId="303"/>
            <ac:spMk id="13" creationId="{2A94BD55-FEC4-F37A-A90D-89B0EFE5FFC6}"/>
          </ac:spMkLst>
        </pc:spChg>
        <pc:spChg chg="mod">
          <ac:chgData name="NISHANT NANASAHEB JAGTAP" userId="ee7e36ae-7531-471f-9344-44e1758b777a" providerId="ADAL" clId="{A03CF772-7224-4CFD-9063-D3380F4D866B}" dt="2025-06-12T13:05:41.224" v="20" actId="1076"/>
          <ac:spMkLst>
            <pc:docMk/>
            <pc:sldMk cId="4221755060" sldId="303"/>
            <ac:spMk id="15" creationId="{1B1721ED-2B48-2AD1-A6E9-522639FED2D6}"/>
          </ac:spMkLst>
        </pc:spChg>
        <pc:graphicFrameChg chg="mod">
          <ac:chgData name="NISHANT NANASAHEB JAGTAP" userId="ee7e36ae-7531-471f-9344-44e1758b777a" providerId="ADAL" clId="{A03CF772-7224-4CFD-9063-D3380F4D866B}" dt="2025-06-12T13:04:39.825" v="18"/>
          <ac:graphicFrameMkLst>
            <pc:docMk/>
            <pc:sldMk cId="4221755060" sldId="303"/>
            <ac:graphicFrameMk id="12" creationId="{631A1604-CF77-141C-297B-CC563A2EA942}"/>
          </ac:graphicFrameMkLst>
        </pc:graphicFrameChg>
      </pc:sldChg>
      <pc:sldChg chg="del">
        <pc:chgData name="NISHANT NANASAHEB JAGTAP" userId="ee7e36ae-7531-471f-9344-44e1758b777a" providerId="ADAL" clId="{A03CF772-7224-4CFD-9063-D3380F4D866B}" dt="2025-06-12T13:05:47.208" v="21" actId="2696"/>
        <pc:sldMkLst>
          <pc:docMk/>
          <pc:sldMk cId="2824926917" sldId="312"/>
        </pc:sldMkLst>
      </pc:sldChg>
      <pc:sldChg chg="addSp delSp modSp add">
        <pc:chgData name="NISHANT NANASAHEB JAGTAP" userId="ee7e36ae-7531-471f-9344-44e1758b777a" providerId="ADAL" clId="{A03CF772-7224-4CFD-9063-D3380F4D866B}" dt="2025-06-12T13:15:12.241" v="233" actId="1076"/>
        <pc:sldMkLst>
          <pc:docMk/>
          <pc:sldMk cId="2985511224" sldId="312"/>
        </pc:sldMkLst>
        <pc:spChg chg="del">
          <ac:chgData name="NISHANT NANASAHEB JAGTAP" userId="ee7e36ae-7531-471f-9344-44e1758b777a" providerId="ADAL" clId="{A03CF772-7224-4CFD-9063-D3380F4D866B}" dt="2025-06-12T13:07:43.870" v="23" actId="478"/>
          <ac:spMkLst>
            <pc:docMk/>
            <pc:sldMk cId="2985511224" sldId="312"/>
            <ac:spMk id="2" creationId="{02A7DEDD-9997-481F-82A1-787CCC8889C1}"/>
          </ac:spMkLst>
        </pc:spChg>
        <pc:spChg chg="del">
          <ac:chgData name="NISHANT NANASAHEB JAGTAP" userId="ee7e36ae-7531-471f-9344-44e1758b777a" providerId="ADAL" clId="{A03CF772-7224-4CFD-9063-D3380F4D866B}" dt="2025-06-12T13:07:44.938" v="24" actId="478"/>
          <ac:spMkLst>
            <pc:docMk/>
            <pc:sldMk cId="2985511224" sldId="312"/>
            <ac:spMk id="3" creationId="{2B6CDA2A-C991-43DB-AAA8-EB77274F870B}"/>
          </ac:spMkLst>
        </pc:spChg>
        <pc:spChg chg="add mod">
          <ac:chgData name="NISHANT NANASAHEB JAGTAP" userId="ee7e36ae-7531-471f-9344-44e1758b777a" providerId="ADAL" clId="{A03CF772-7224-4CFD-9063-D3380F4D866B}" dt="2025-06-12T13:14:36.368" v="228" actId="1036"/>
          <ac:spMkLst>
            <pc:docMk/>
            <pc:sldMk cId="2985511224" sldId="312"/>
            <ac:spMk id="7" creationId="{D916446C-CD13-49D1-8B12-B5F0E8D5D7D9}"/>
          </ac:spMkLst>
        </pc:spChg>
        <pc:spChg chg="add mod">
          <ac:chgData name="NISHANT NANASAHEB JAGTAP" userId="ee7e36ae-7531-471f-9344-44e1758b777a" providerId="ADAL" clId="{A03CF772-7224-4CFD-9063-D3380F4D866B}" dt="2025-06-12T13:14:36.368" v="228" actId="1036"/>
          <ac:spMkLst>
            <pc:docMk/>
            <pc:sldMk cId="2985511224" sldId="312"/>
            <ac:spMk id="8" creationId="{1968DCB2-E687-4652-B70E-61E1001A187D}"/>
          </ac:spMkLst>
        </pc:spChg>
        <pc:spChg chg="add mod">
          <ac:chgData name="NISHANT NANASAHEB JAGTAP" userId="ee7e36ae-7531-471f-9344-44e1758b777a" providerId="ADAL" clId="{A03CF772-7224-4CFD-9063-D3380F4D866B}" dt="2025-06-12T13:14:36.368" v="228" actId="1036"/>
          <ac:spMkLst>
            <pc:docMk/>
            <pc:sldMk cId="2985511224" sldId="312"/>
            <ac:spMk id="9" creationId="{A4C971E9-64A5-4070-9095-DA9B51D668AF}"/>
          </ac:spMkLst>
        </pc:spChg>
        <pc:spChg chg="add mod">
          <ac:chgData name="NISHANT NANASAHEB JAGTAP" userId="ee7e36ae-7531-471f-9344-44e1758b777a" providerId="ADAL" clId="{A03CF772-7224-4CFD-9063-D3380F4D866B}" dt="2025-06-12T13:14:36.368" v="228" actId="1036"/>
          <ac:spMkLst>
            <pc:docMk/>
            <pc:sldMk cId="2985511224" sldId="312"/>
            <ac:spMk id="10" creationId="{02BA396B-536B-4DBD-8A8D-D9CDC1D36E55}"/>
          </ac:spMkLst>
        </pc:spChg>
        <pc:spChg chg="add mod">
          <ac:chgData name="NISHANT NANASAHEB JAGTAP" userId="ee7e36ae-7531-471f-9344-44e1758b777a" providerId="ADAL" clId="{A03CF772-7224-4CFD-9063-D3380F4D866B}" dt="2025-06-12T13:14:36.368" v="228" actId="1036"/>
          <ac:spMkLst>
            <pc:docMk/>
            <pc:sldMk cId="2985511224" sldId="312"/>
            <ac:spMk id="11" creationId="{589D794A-98BA-4C41-8CCF-3AC36F3615B8}"/>
          </ac:spMkLst>
        </pc:spChg>
        <pc:spChg chg="add mod">
          <ac:chgData name="NISHANT NANASAHEB JAGTAP" userId="ee7e36ae-7531-471f-9344-44e1758b777a" providerId="ADAL" clId="{A03CF772-7224-4CFD-9063-D3380F4D866B}" dt="2025-06-12T13:14:36.368" v="228" actId="1036"/>
          <ac:spMkLst>
            <pc:docMk/>
            <pc:sldMk cId="2985511224" sldId="312"/>
            <ac:spMk id="12" creationId="{E08A45B5-7715-4836-9CE8-06214853F9DF}"/>
          </ac:spMkLst>
        </pc:spChg>
        <pc:spChg chg="add mod">
          <ac:chgData name="NISHANT NANASAHEB JAGTAP" userId="ee7e36ae-7531-471f-9344-44e1758b777a" providerId="ADAL" clId="{A03CF772-7224-4CFD-9063-D3380F4D866B}" dt="2025-06-12T13:14:36.368" v="228" actId="1036"/>
          <ac:spMkLst>
            <pc:docMk/>
            <pc:sldMk cId="2985511224" sldId="312"/>
            <ac:spMk id="13" creationId="{3705D584-D61D-4BBF-91D4-4649E36B42E6}"/>
          </ac:spMkLst>
        </pc:spChg>
        <pc:spChg chg="add mod">
          <ac:chgData name="NISHANT NANASAHEB JAGTAP" userId="ee7e36ae-7531-471f-9344-44e1758b777a" providerId="ADAL" clId="{A03CF772-7224-4CFD-9063-D3380F4D866B}" dt="2025-06-12T13:14:36.368" v="228" actId="1036"/>
          <ac:spMkLst>
            <pc:docMk/>
            <pc:sldMk cId="2985511224" sldId="312"/>
            <ac:spMk id="14" creationId="{0AA6E8A2-7723-47FB-9092-A3569C4F01D8}"/>
          </ac:spMkLst>
        </pc:spChg>
        <pc:spChg chg="add mod">
          <ac:chgData name="NISHANT NANASAHEB JAGTAP" userId="ee7e36ae-7531-471f-9344-44e1758b777a" providerId="ADAL" clId="{A03CF772-7224-4CFD-9063-D3380F4D866B}" dt="2025-06-12T13:14:36.368" v="228" actId="1036"/>
          <ac:spMkLst>
            <pc:docMk/>
            <pc:sldMk cId="2985511224" sldId="312"/>
            <ac:spMk id="15" creationId="{C0CBBF1F-67E3-4E71-95D1-D8390263D5CB}"/>
          </ac:spMkLst>
        </pc:spChg>
        <pc:spChg chg="add mod">
          <ac:chgData name="NISHANT NANASAHEB JAGTAP" userId="ee7e36ae-7531-471f-9344-44e1758b777a" providerId="ADAL" clId="{A03CF772-7224-4CFD-9063-D3380F4D866B}" dt="2025-06-12T13:15:12.241" v="233" actId="1076"/>
          <ac:spMkLst>
            <pc:docMk/>
            <pc:sldMk cId="2985511224" sldId="312"/>
            <ac:spMk id="18" creationId="{B8BA686D-F313-418D-84EC-6A91FBE4E050}"/>
          </ac:spMkLst>
        </pc:spChg>
        <pc:graphicFrameChg chg="add mod">
          <ac:chgData name="NISHANT NANASAHEB JAGTAP" userId="ee7e36ae-7531-471f-9344-44e1758b777a" providerId="ADAL" clId="{A03CF772-7224-4CFD-9063-D3380F4D866B}" dt="2025-06-12T13:14:45.624" v="230" actId="1076"/>
          <ac:graphicFrameMkLst>
            <pc:docMk/>
            <pc:sldMk cId="2985511224" sldId="312"/>
            <ac:graphicFrameMk id="17" creationId="{608102D7-CB56-4756-8643-5F5ECF0D9754}"/>
          </ac:graphicFrameMkLst>
        </pc:graphicFrameChg>
        <pc:picChg chg="add mod">
          <ac:chgData name="NISHANT NANASAHEB JAGTAP" userId="ee7e36ae-7531-471f-9344-44e1758b777a" providerId="ADAL" clId="{A03CF772-7224-4CFD-9063-D3380F4D866B}" dt="2025-06-12T13:14:39.960" v="229" actId="14100"/>
          <ac:picMkLst>
            <pc:docMk/>
            <pc:sldMk cId="2985511224" sldId="312"/>
            <ac:picMk id="16" creationId="{1F0897CF-0C60-4F61-A0E6-69F27343042C}"/>
          </ac:picMkLst>
        </pc:pic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3181C2-01A3-4BD9-B467-CDB8CE36A222}" type="doc">
      <dgm:prSet loTypeId="urn:microsoft.com/office/officeart/2005/8/layout/bProcess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4882EB7-E1AC-4F91-B1A7-917DA5B992F0}">
      <dgm:prSet custT="1"/>
      <dgm:spPr/>
      <dgm:t>
        <a:bodyPr/>
        <a:lstStyle/>
        <a:p>
          <a:pPr algn="ctr"/>
          <a:r>
            <a:rPr lang="en-US" sz="1400" dirty="0">
              <a:solidFill>
                <a:srgbClr val="002060"/>
              </a:solidFill>
              <a:latin typeface="+mj-lt"/>
              <a:ea typeface="Verdana" panose="020B0604030504040204" pitchFamily="34" charset="0"/>
              <a:cs typeface="Times New Roman" panose="02020603050405020304" pitchFamily="18" charset="0"/>
            </a:rPr>
            <a:t>Weak formulation of the governing equation</a:t>
          </a:r>
        </a:p>
      </dgm:t>
    </dgm:pt>
    <dgm:pt modelId="{758BBA52-24E7-4FBC-8859-2AB1182F831E}" type="parTrans" cxnId="{11E99D05-D4D8-4B1C-A143-243F0FEAC04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D459A69-E0BF-4F30-9FDD-FB3B4F7AF127}" type="sibTrans" cxnId="{11E99D05-D4D8-4B1C-A143-243F0FEAC04B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C7C55D-FCCE-4D0A-AC1F-B79A13318139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Transformation to the elemental level</a:t>
          </a:r>
        </a:p>
      </dgm:t>
    </dgm:pt>
    <dgm:pt modelId="{3ECFA683-4839-4ACA-BB02-AE2E77E8B521}" type="parTrans" cxnId="{0ECBE14E-9269-44CB-BC0D-8C9CE16F192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8F5AEB-F54B-4F24-9FC4-062CC39762DB}" type="sibTrans" cxnId="{0ECBE14E-9269-44CB-BC0D-8C9CE16F192F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9DBA39-3A39-4F85-8E24-A20B58C83E29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Transforming Physical domain to Computational domain</a:t>
          </a:r>
        </a:p>
      </dgm:t>
    </dgm:pt>
    <dgm:pt modelId="{AFDC3728-2E51-4EEC-A8CE-96E3F921D213}" type="parTrans" cxnId="{6B8FBB0D-60A7-48B2-9D83-C3F12B27763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3AFC87-83D8-4AB0-828B-E2B06629EEE0}" type="sibTrans" cxnId="{6B8FBB0D-60A7-48B2-9D83-C3F12B27763D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FFD160-8C64-4AFE-ACF9-2F00F5700224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Approximation of the unknown variable in terms of Lagrange polynomials</a:t>
          </a:r>
        </a:p>
      </dgm:t>
    </dgm:pt>
    <dgm:pt modelId="{E6228D59-2351-48E9-B1D3-C0FEAA0A8137}" type="parTrans" cxnId="{F0AAF1C3-9CE0-4D0D-9C86-07599D50903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08AC3E-5C0B-4966-BED4-429E4E6A35FB}" type="sibTrans" cxnId="{F0AAF1C3-9CE0-4D0D-9C86-07599D509036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7B42EFB-BCA3-40D7-B3CB-092A8A42E24C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Numerical Integration based on Gauss Legendre Lobatto Quadrature</a:t>
          </a:r>
        </a:p>
      </dgm:t>
    </dgm:pt>
    <dgm:pt modelId="{66A7D3B0-12E2-43C1-9257-EF814DBF9587}" type="parTrans" cxnId="{664D6A0B-4754-464C-9659-7C42A559C0C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71F3B7-98BF-4E1F-8FBB-8CD1131BF643}" type="sibTrans" cxnId="{664D6A0B-4754-464C-9659-7C42A559C0C6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15890A8-3BA4-424D-A780-28107651B8D3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Formulation of Mass, Differential and Laplacian Matrix for single element</a:t>
          </a:r>
        </a:p>
      </dgm:t>
    </dgm:pt>
    <dgm:pt modelId="{84713391-DC5D-44B4-82BD-D7CDCC23304E}" type="parTrans" cxnId="{A0BA5C54-1B90-4CD6-B4FB-DC201601A2B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09609B-99BE-442F-BBE0-818CEB8E90DC}" type="sibTrans" cxnId="{A0BA5C54-1B90-4CD6-B4FB-DC201601A2BF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C4379A-EAD6-4A28-9C63-571D67A441EE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Global Assembly of matrices using Connectivity matrix</a:t>
          </a:r>
        </a:p>
      </dgm:t>
    </dgm:pt>
    <dgm:pt modelId="{2F4FDB87-8775-441A-A15B-E84F8E968ABA}" type="parTrans" cxnId="{BC9CE538-9BAC-4A39-BAAF-F2BBF1D9987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79F14D-681E-48C9-84BD-B71A21318B48}" type="sibTrans" cxnId="{BC9CE538-9BAC-4A39-BAAF-F2BBF1D9987B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757659-5746-48C0-BEBA-5C93D9E8D0C6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Solving Linear System of Equations to obtain required solutions</a:t>
          </a:r>
        </a:p>
      </dgm:t>
    </dgm:pt>
    <dgm:pt modelId="{35C9C309-A670-4A4A-8B36-D8D3215CF266}" type="sibTrans" cxnId="{A9B25308-28B6-43F9-B937-DED436063FD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52C8BE-0D1A-4722-A194-164EF7205E9D}" type="parTrans" cxnId="{A9B25308-28B6-43F9-B937-DED436063FD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A04BCB-097F-4EA2-8F38-10380F3E5EFE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Form Linear System of Equations from Global Matrices</a:t>
          </a:r>
        </a:p>
      </dgm:t>
    </dgm:pt>
    <dgm:pt modelId="{A7334FFB-61B0-4293-BAA8-C7649A01DF23}" type="parTrans" cxnId="{D1F73AAF-A900-4AFA-B444-EF4683604148}">
      <dgm:prSet/>
      <dgm:spPr/>
      <dgm:t>
        <a:bodyPr/>
        <a:lstStyle/>
        <a:p>
          <a:endParaRPr lang="en-US"/>
        </a:p>
      </dgm:t>
    </dgm:pt>
    <dgm:pt modelId="{1E7BA8B4-BE05-494F-B943-016DBDD4D895}" type="sibTrans" cxnId="{D1F73AAF-A900-4AFA-B444-EF4683604148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</a:endParaRPr>
        </a:p>
      </dgm:t>
    </dgm:pt>
    <dgm:pt modelId="{D36C1682-F7FC-429C-B12F-8CECE273C056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Boundary Conditions on Linear system of equation</a:t>
          </a:r>
        </a:p>
      </dgm:t>
    </dgm:pt>
    <dgm:pt modelId="{0B8C5FCE-569B-4B08-8D51-C30C5E2DC22D}" type="sibTrans" cxnId="{E1AF1E11-D7D9-4926-A336-5D750EACF55B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</a:endParaRPr>
        </a:p>
      </dgm:t>
    </dgm:pt>
    <dgm:pt modelId="{0CC03FE0-D1B6-4274-979D-B9E5E5D7E433}" type="parTrans" cxnId="{E1AF1E11-D7D9-4926-A336-5D750EACF55B}">
      <dgm:prSet/>
      <dgm:spPr/>
      <dgm:t>
        <a:bodyPr/>
        <a:lstStyle/>
        <a:p>
          <a:endParaRPr lang="en-US"/>
        </a:p>
      </dgm:t>
    </dgm:pt>
    <dgm:pt modelId="{D98385A1-8C1B-4BB3-9FB7-F612AA6BB5CB}" type="pres">
      <dgm:prSet presAssocID="{343181C2-01A3-4BD9-B467-CDB8CE36A222}" presName="Name0" presStyleCnt="0">
        <dgm:presLayoutVars>
          <dgm:dir/>
          <dgm:resizeHandles val="exact"/>
        </dgm:presLayoutVars>
      </dgm:prSet>
      <dgm:spPr/>
    </dgm:pt>
    <dgm:pt modelId="{E7F644F1-D94D-49B8-AD6D-E890075875E5}" type="pres">
      <dgm:prSet presAssocID="{04882EB7-E1AC-4F91-B1A7-917DA5B992F0}" presName="node" presStyleLbl="node1" presStyleIdx="0" presStyleCnt="10">
        <dgm:presLayoutVars>
          <dgm:bulletEnabled val="1"/>
        </dgm:presLayoutVars>
      </dgm:prSet>
      <dgm:spPr/>
    </dgm:pt>
    <dgm:pt modelId="{62198F6C-E9A4-42F8-9B6A-366E8CEEDF01}" type="pres">
      <dgm:prSet presAssocID="{FD459A69-E0BF-4F30-9FDD-FB3B4F7AF127}" presName="sibTrans" presStyleLbl="sibTrans1D1" presStyleIdx="0" presStyleCnt="9"/>
      <dgm:spPr/>
    </dgm:pt>
    <dgm:pt modelId="{BA75685B-1220-4627-A621-98627C379547}" type="pres">
      <dgm:prSet presAssocID="{FD459A69-E0BF-4F30-9FDD-FB3B4F7AF127}" presName="connectorText" presStyleLbl="sibTrans1D1" presStyleIdx="0" presStyleCnt="9"/>
      <dgm:spPr/>
    </dgm:pt>
    <dgm:pt modelId="{77E46BB2-0401-4170-B895-1C50BF1D23BC}" type="pres">
      <dgm:prSet presAssocID="{5CC7C55D-FCCE-4D0A-AC1F-B79A13318139}" presName="node" presStyleLbl="node1" presStyleIdx="1" presStyleCnt="10">
        <dgm:presLayoutVars>
          <dgm:bulletEnabled val="1"/>
        </dgm:presLayoutVars>
      </dgm:prSet>
      <dgm:spPr/>
    </dgm:pt>
    <dgm:pt modelId="{02F72EBD-A321-4F1D-BEA2-4EC6D795AB0C}" type="pres">
      <dgm:prSet presAssocID="{188F5AEB-F54B-4F24-9FC4-062CC39762DB}" presName="sibTrans" presStyleLbl="sibTrans1D1" presStyleIdx="1" presStyleCnt="9"/>
      <dgm:spPr/>
    </dgm:pt>
    <dgm:pt modelId="{25629656-9EDE-470C-9FD9-42E5232A0F19}" type="pres">
      <dgm:prSet presAssocID="{188F5AEB-F54B-4F24-9FC4-062CC39762DB}" presName="connectorText" presStyleLbl="sibTrans1D1" presStyleIdx="1" presStyleCnt="9"/>
      <dgm:spPr/>
    </dgm:pt>
    <dgm:pt modelId="{3C25C0FD-789B-4598-A04B-8EB3BC40BE62}" type="pres">
      <dgm:prSet presAssocID="{D29DBA39-3A39-4F85-8E24-A20B58C83E29}" presName="node" presStyleLbl="node1" presStyleIdx="2" presStyleCnt="10">
        <dgm:presLayoutVars>
          <dgm:bulletEnabled val="1"/>
        </dgm:presLayoutVars>
      </dgm:prSet>
      <dgm:spPr/>
    </dgm:pt>
    <dgm:pt modelId="{486AF483-C0BD-4329-A58A-3B228662F553}" type="pres">
      <dgm:prSet presAssocID="{0B3AFC87-83D8-4AB0-828B-E2B06629EEE0}" presName="sibTrans" presStyleLbl="sibTrans1D1" presStyleIdx="2" presStyleCnt="9"/>
      <dgm:spPr/>
    </dgm:pt>
    <dgm:pt modelId="{6A739CD9-6A76-49C3-9BF6-7351A7927F3F}" type="pres">
      <dgm:prSet presAssocID="{0B3AFC87-83D8-4AB0-828B-E2B06629EEE0}" presName="connectorText" presStyleLbl="sibTrans1D1" presStyleIdx="2" presStyleCnt="9"/>
      <dgm:spPr/>
    </dgm:pt>
    <dgm:pt modelId="{8485A267-7B36-41A1-B53D-59F250CB038B}" type="pres">
      <dgm:prSet presAssocID="{A8FFD160-8C64-4AFE-ACF9-2F00F5700224}" presName="node" presStyleLbl="node1" presStyleIdx="3" presStyleCnt="10">
        <dgm:presLayoutVars>
          <dgm:bulletEnabled val="1"/>
        </dgm:presLayoutVars>
      </dgm:prSet>
      <dgm:spPr/>
    </dgm:pt>
    <dgm:pt modelId="{98508FEF-8985-4792-BC26-56728A13FE63}" type="pres">
      <dgm:prSet presAssocID="{EA08AC3E-5C0B-4966-BED4-429E4E6A35FB}" presName="sibTrans" presStyleLbl="sibTrans1D1" presStyleIdx="3" presStyleCnt="9"/>
      <dgm:spPr/>
    </dgm:pt>
    <dgm:pt modelId="{AA68679D-3471-4825-B363-0E37AED3180B}" type="pres">
      <dgm:prSet presAssocID="{EA08AC3E-5C0B-4966-BED4-429E4E6A35FB}" presName="connectorText" presStyleLbl="sibTrans1D1" presStyleIdx="3" presStyleCnt="9"/>
      <dgm:spPr/>
    </dgm:pt>
    <dgm:pt modelId="{8E2A54ED-7C93-44E6-9697-D12610D05827}" type="pres">
      <dgm:prSet presAssocID="{17B42EFB-BCA3-40D7-B3CB-092A8A42E24C}" presName="node" presStyleLbl="node1" presStyleIdx="4" presStyleCnt="10">
        <dgm:presLayoutVars>
          <dgm:bulletEnabled val="1"/>
        </dgm:presLayoutVars>
      </dgm:prSet>
      <dgm:spPr/>
    </dgm:pt>
    <dgm:pt modelId="{63CDF029-0F03-49F8-823F-3B69FC824254}" type="pres">
      <dgm:prSet presAssocID="{E371F3B7-98BF-4E1F-8FBB-8CD1131BF643}" presName="sibTrans" presStyleLbl="sibTrans1D1" presStyleIdx="4" presStyleCnt="9"/>
      <dgm:spPr/>
    </dgm:pt>
    <dgm:pt modelId="{94713263-5CA4-48F5-8BDB-E4BD0C2895D9}" type="pres">
      <dgm:prSet presAssocID="{E371F3B7-98BF-4E1F-8FBB-8CD1131BF643}" presName="connectorText" presStyleLbl="sibTrans1D1" presStyleIdx="4" presStyleCnt="9"/>
      <dgm:spPr/>
    </dgm:pt>
    <dgm:pt modelId="{DAD2BA96-21DA-47C3-B1B2-6593DD9EEB7F}" type="pres">
      <dgm:prSet presAssocID="{E15890A8-3BA4-424D-A780-28107651B8D3}" presName="node" presStyleLbl="node1" presStyleIdx="5" presStyleCnt="10">
        <dgm:presLayoutVars>
          <dgm:bulletEnabled val="1"/>
        </dgm:presLayoutVars>
      </dgm:prSet>
      <dgm:spPr/>
    </dgm:pt>
    <dgm:pt modelId="{905EBEBB-A9E0-4D9E-A4FF-ED08193C866E}" type="pres">
      <dgm:prSet presAssocID="{4509609B-99BE-442F-BBE0-818CEB8E90DC}" presName="sibTrans" presStyleLbl="sibTrans1D1" presStyleIdx="5" presStyleCnt="9"/>
      <dgm:spPr/>
    </dgm:pt>
    <dgm:pt modelId="{899C3A87-B918-4E51-825C-318BC44EAABC}" type="pres">
      <dgm:prSet presAssocID="{4509609B-99BE-442F-BBE0-818CEB8E90DC}" presName="connectorText" presStyleLbl="sibTrans1D1" presStyleIdx="5" presStyleCnt="9"/>
      <dgm:spPr/>
    </dgm:pt>
    <dgm:pt modelId="{1349670F-E43E-482A-A883-14CC6CB4F610}" type="pres">
      <dgm:prSet presAssocID="{9AC4379A-EAD6-4A28-9C63-571D67A441EE}" presName="node" presStyleLbl="node1" presStyleIdx="6" presStyleCnt="10">
        <dgm:presLayoutVars>
          <dgm:bulletEnabled val="1"/>
        </dgm:presLayoutVars>
      </dgm:prSet>
      <dgm:spPr/>
    </dgm:pt>
    <dgm:pt modelId="{6BBEA367-8883-403C-8148-A44F6ECBA971}" type="pres">
      <dgm:prSet presAssocID="{3779F14D-681E-48C9-84BD-B71A21318B48}" presName="sibTrans" presStyleLbl="sibTrans1D1" presStyleIdx="6" presStyleCnt="9"/>
      <dgm:spPr/>
    </dgm:pt>
    <dgm:pt modelId="{CF8EF721-BFBF-409C-A7A6-92AE32A191D3}" type="pres">
      <dgm:prSet presAssocID="{3779F14D-681E-48C9-84BD-B71A21318B48}" presName="connectorText" presStyleLbl="sibTrans1D1" presStyleIdx="6" presStyleCnt="9"/>
      <dgm:spPr/>
    </dgm:pt>
    <dgm:pt modelId="{BAC901E9-CF39-4637-94F9-9E52B20F246D}" type="pres">
      <dgm:prSet presAssocID="{41A04BCB-097F-4EA2-8F38-10380F3E5EFE}" presName="node" presStyleLbl="node1" presStyleIdx="7" presStyleCnt="10">
        <dgm:presLayoutVars>
          <dgm:bulletEnabled val="1"/>
        </dgm:presLayoutVars>
      </dgm:prSet>
      <dgm:spPr/>
    </dgm:pt>
    <dgm:pt modelId="{CADB3426-D147-4D70-A31C-8492D00E472C}" type="pres">
      <dgm:prSet presAssocID="{1E7BA8B4-BE05-494F-B943-016DBDD4D895}" presName="sibTrans" presStyleLbl="sibTrans1D1" presStyleIdx="7" presStyleCnt="9"/>
      <dgm:spPr/>
    </dgm:pt>
    <dgm:pt modelId="{DE64C9A8-9358-425C-B7C4-C850ED58AEA9}" type="pres">
      <dgm:prSet presAssocID="{1E7BA8B4-BE05-494F-B943-016DBDD4D895}" presName="connectorText" presStyleLbl="sibTrans1D1" presStyleIdx="7" presStyleCnt="9"/>
      <dgm:spPr/>
    </dgm:pt>
    <dgm:pt modelId="{DF64E6A0-F249-40D2-A61A-29CFD68D2F57}" type="pres">
      <dgm:prSet presAssocID="{D36C1682-F7FC-429C-B12F-8CECE273C056}" presName="node" presStyleLbl="node1" presStyleIdx="8" presStyleCnt="10">
        <dgm:presLayoutVars>
          <dgm:bulletEnabled val="1"/>
        </dgm:presLayoutVars>
      </dgm:prSet>
      <dgm:spPr/>
    </dgm:pt>
    <dgm:pt modelId="{3AA2954E-D1FE-450F-9D54-079C82B8BECD}" type="pres">
      <dgm:prSet presAssocID="{0B8C5FCE-569B-4B08-8D51-C30C5E2DC22D}" presName="sibTrans" presStyleLbl="sibTrans1D1" presStyleIdx="8" presStyleCnt="9"/>
      <dgm:spPr/>
    </dgm:pt>
    <dgm:pt modelId="{465AB65B-CD7B-48F0-AE8A-C5CECBCA6E36}" type="pres">
      <dgm:prSet presAssocID="{0B8C5FCE-569B-4B08-8D51-C30C5E2DC22D}" presName="connectorText" presStyleLbl="sibTrans1D1" presStyleIdx="8" presStyleCnt="9"/>
      <dgm:spPr/>
    </dgm:pt>
    <dgm:pt modelId="{B3F02F88-F035-46C2-A14E-A86FA070C638}" type="pres">
      <dgm:prSet presAssocID="{9D757659-5746-48C0-BEBA-5C93D9E8D0C6}" presName="node" presStyleLbl="node1" presStyleIdx="9" presStyleCnt="10">
        <dgm:presLayoutVars>
          <dgm:bulletEnabled val="1"/>
        </dgm:presLayoutVars>
      </dgm:prSet>
      <dgm:spPr/>
    </dgm:pt>
  </dgm:ptLst>
  <dgm:cxnLst>
    <dgm:cxn modelId="{D88A6F00-0658-4330-9E0C-80AF294257E5}" type="presOf" srcId="{E371F3B7-98BF-4E1F-8FBB-8CD1131BF643}" destId="{94713263-5CA4-48F5-8BDB-E4BD0C2895D9}" srcOrd="1" destOrd="0" presId="urn:microsoft.com/office/officeart/2005/8/layout/bProcess3"/>
    <dgm:cxn modelId="{39FD8803-DC5B-4EFF-A046-080BC110F013}" type="presOf" srcId="{188F5AEB-F54B-4F24-9FC4-062CC39762DB}" destId="{25629656-9EDE-470C-9FD9-42E5232A0F19}" srcOrd="1" destOrd="0" presId="urn:microsoft.com/office/officeart/2005/8/layout/bProcess3"/>
    <dgm:cxn modelId="{11E99D05-D4D8-4B1C-A143-243F0FEAC04B}" srcId="{343181C2-01A3-4BD9-B467-CDB8CE36A222}" destId="{04882EB7-E1AC-4F91-B1A7-917DA5B992F0}" srcOrd="0" destOrd="0" parTransId="{758BBA52-24E7-4FBC-8859-2AB1182F831E}" sibTransId="{FD459A69-E0BF-4F30-9FDD-FB3B4F7AF127}"/>
    <dgm:cxn modelId="{A9B25308-28B6-43F9-B937-DED436063FD6}" srcId="{343181C2-01A3-4BD9-B467-CDB8CE36A222}" destId="{9D757659-5746-48C0-BEBA-5C93D9E8D0C6}" srcOrd="9" destOrd="0" parTransId="{4852C8BE-0D1A-4722-A194-164EF7205E9D}" sibTransId="{35C9C309-A670-4A4A-8B36-D8D3215CF266}"/>
    <dgm:cxn modelId="{664D6A0B-4754-464C-9659-7C42A559C0C6}" srcId="{343181C2-01A3-4BD9-B467-CDB8CE36A222}" destId="{17B42EFB-BCA3-40D7-B3CB-092A8A42E24C}" srcOrd="4" destOrd="0" parTransId="{66A7D3B0-12E2-43C1-9257-EF814DBF9587}" sibTransId="{E371F3B7-98BF-4E1F-8FBB-8CD1131BF643}"/>
    <dgm:cxn modelId="{AEBDF80B-68A7-4BB5-9771-42CC19284B2C}" type="presOf" srcId="{D36C1682-F7FC-429C-B12F-8CECE273C056}" destId="{DF64E6A0-F249-40D2-A61A-29CFD68D2F57}" srcOrd="0" destOrd="0" presId="urn:microsoft.com/office/officeart/2005/8/layout/bProcess3"/>
    <dgm:cxn modelId="{6B8FBB0D-60A7-48B2-9D83-C3F12B27763D}" srcId="{343181C2-01A3-4BD9-B467-CDB8CE36A222}" destId="{D29DBA39-3A39-4F85-8E24-A20B58C83E29}" srcOrd="2" destOrd="0" parTransId="{AFDC3728-2E51-4EEC-A8CE-96E3F921D213}" sibTransId="{0B3AFC87-83D8-4AB0-828B-E2B06629EEE0}"/>
    <dgm:cxn modelId="{3B230510-8D13-49FA-A3EB-7E16ECD5B8FD}" type="presOf" srcId="{E15890A8-3BA4-424D-A780-28107651B8D3}" destId="{DAD2BA96-21DA-47C3-B1B2-6593DD9EEB7F}" srcOrd="0" destOrd="0" presId="urn:microsoft.com/office/officeart/2005/8/layout/bProcess3"/>
    <dgm:cxn modelId="{E1AF1E11-D7D9-4926-A336-5D750EACF55B}" srcId="{343181C2-01A3-4BD9-B467-CDB8CE36A222}" destId="{D36C1682-F7FC-429C-B12F-8CECE273C056}" srcOrd="8" destOrd="0" parTransId="{0CC03FE0-D1B6-4274-979D-B9E5E5D7E433}" sibTransId="{0B8C5FCE-569B-4B08-8D51-C30C5E2DC22D}"/>
    <dgm:cxn modelId="{2328131C-5E1D-4D1D-A2B4-B01F05D23968}" type="presOf" srcId="{9D757659-5746-48C0-BEBA-5C93D9E8D0C6}" destId="{B3F02F88-F035-46C2-A14E-A86FA070C638}" srcOrd="0" destOrd="0" presId="urn:microsoft.com/office/officeart/2005/8/layout/bProcess3"/>
    <dgm:cxn modelId="{3D89BC21-6B50-4116-BE50-D3E00F355565}" type="presOf" srcId="{0B3AFC87-83D8-4AB0-828B-E2B06629EEE0}" destId="{486AF483-C0BD-4329-A58A-3B228662F553}" srcOrd="0" destOrd="0" presId="urn:microsoft.com/office/officeart/2005/8/layout/bProcess3"/>
    <dgm:cxn modelId="{86230236-1F90-4BE3-8CC8-565E622483D7}" type="presOf" srcId="{04882EB7-E1AC-4F91-B1A7-917DA5B992F0}" destId="{E7F644F1-D94D-49B8-AD6D-E890075875E5}" srcOrd="0" destOrd="0" presId="urn:microsoft.com/office/officeart/2005/8/layout/bProcess3"/>
    <dgm:cxn modelId="{BC9CE538-9BAC-4A39-BAAF-F2BBF1D9987B}" srcId="{343181C2-01A3-4BD9-B467-CDB8CE36A222}" destId="{9AC4379A-EAD6-4A28-9C63-571D67A441EE}" srcOrd="6" destOrd="0" parTransId="{2F4FDB87-8775-441A-A15B-E84F8E968ABA}" sibTransId="{3779F14D-681E-48C9-84BD-B71A21318B48}"/>
    <dgm:cxn modelId="{1DEC2040-5F44-4389-A2BF-7D9D69EDE218}" type="presOf" srcId="{EA08AC3E-5C0B-4966-BED4-429E4E6A35FB}" destId="{98508FEF-8985-4792-BC26-56728A13FE63}" srcOrd="0" destOrd="0" presId="urn:microsoft.com/office/officeart/2005/8/layout/bProcess3"/>
    <dgm:cxn modelId="{F8BF3048-1F38-47DE-B69E-BA579ED5BA78}" type="presOf" srcId="{17B42EFB-BCA3-40D7-B3CB-092A8A42E24C}" destId="{8E2A54ED-7C93-44E6-9697-D12610D05827}" srcOrd="0" destOrd="0" presId="urn:microsoft.com/office/officeart/2005/8/layout/bProcess3"/>
    <dgm:cxn modelId="{A256854A-B41A-4A13-9CA8-D87CE2F6285A}" type="presOf" srcId="{E371F3B7-98BF-4E1F-8FBB-8CD1131BF643}" destId="{63CDF029-0F03-49F8-823F-3B69FC824254}" srcOrd="0" destOrd="0" presId="urn:microsoft.com/office/officeart/2005/8/layout/bProcess3"/>
    <dgm:cxn modelId="{8532D94B-3087-42A7-95D7-491D9004DE4A}" type="presOf" srcId="{5CC7C55D-FCCE-4D0A-AC1F-B79A13318139}" destId="{77E46BB2-0401-4170-B895-1C50BF1D23BC}" srcOrd="0" destOrd="0" presId="urn:microsoft.com/office/officeart/2005/8/layout/bProcess3"/>
    <dgm:cxn modelId="{0ECBE14E-9269-44CB-BC0D-8C9CE16F192F}" srcId="{343181C2-01A3-4BD9-B467-CDB8CE36A222}" destId="{5CC7C55D-FCCE-4D0A-AC1F-B79A13318139}" srcOrd="1" destOrd="0" parTransId="{3ECFA683-4839-4ACA-BB02-AE2E77E8B521}" sibTransId="{188F5AEB-F54B-4F24-9FC4-062CC39762DB}"/>
    <dgm:cxn modelId="{C5C1ED70-08AC-460D-858A-37E0C15FFEF3}" type="presOf" srcId="{EA08AC3E-5C0B-4966-BED4-429E4E6A35FB}" destId="{AA68679D-3471-4825-B363-0E37AED3180B}" srcOrd="1" destOrd="0" presId="urn:microsoft.com/office/officeart/2005/8/layout/bProcess3"/>
    <dgm:cxn modelId="{A0BA5C54-1B90-4CD6-B4FB-DC201601A2BF}" srcId="{343181C2-01A3-4BD9-B467-CDB8CE36A222}" destId="{E15890A8-3BA4-424D-A780-28107651B8D3}" srcOrd="5" destOrd="0" parTransId="{84713391-DC5D-44B4-82BD-D7CDCC23304E}" sibTransId="{4509609B-99BE-442F-BBE0-818CEB8E90DC}"/>
    <dgm:cxn modelId="{38937080-47D4-4EED-A060-A4331F87B99B}" type="presOf" srcId="{0B8C5FCE-569B-4B08-8D51-C30C5E2DC22D}" destId="{465AB65B-CD7B-48F0-AE8A-C5CECBCA6E36}" srcOrd="1" destOrd="0" presId="urn:microsoft.com/office/officeart/2005/8/layout/bProcess3"/>
    <dgm:cxn modelId="{AFE2C08B-1081-4E74-BAD5-5AA92813FDCB}" type="presOf" srcId="{4509609B-99BE-442F-BBE0-818CEB8E90DC}" destId="{905EBEBB-A9E0-4D9E-A4FF-ED08193C866E}" srcOrd="0" destOrd="0" presId="urn:microsoft.com/office/officeart/2005/8/layout/bProcess3"/>
    <dgm:cxn modelId="{B69C8E8D-4478-4E37-BB30-8C9DC0ED34B1}" type="presOf" srcId="{0B3AFC87-83D8-4AB0-828B-E2B06629EEE0}" destId="{6A739CD9-6A76-49C3-9BF6-7351A7927F3F}" srcOrd="1" destOrd="0" presId="urn:microsoft.com/office/officeart/2005/8/layout/bProcess3"/>
    <dgm:cxn modelId="{0BDBE48F-F970-4D5E-BAD6-C1509B2D8CCE}" type="presOf" srcId="{188F5AEB-F54B-4F24-9FC4-062CC39762DB}" destId="{02F72EBD-A321-4F1D-BEA2-4EC6D795AB0C}" srcOrd="0" destOrd="0" presId="urn:microsoft.com/office/officeart/2005/8/layout/bProcess3"/>
    <dgm:cxn modelId="{0C569094-2184-48C0-A845-7B501D1CFA54}" type="presOf" srcId="{343181C2-01A3-4BD9-B467-CDB8CE36A222}" destId="{D98385A1-8C1B-4BB3-9FB7-F612AA6BB5CB}" srcOrd="0" destOrd="0" presId="urn:microsoft.com/office/officeart/2005/8/layout/bProcess3"/>
    <dgm:cxn modelId="{7D643D97-6AA8-49CE-9838-1D3B3D2FC098}" type="presOf" srcId="{1E7BA8B4-BE05-494F-B943-016DBDD4D895}" destId="{CADB3426-D147-4D70-A31C-8492D00E472C}" srcOrd="0" destOrd="0" presId="urn:microsoft.com/office/officeart/2005/8/layout/bProcess3"/>
    <dgm:cxn modelId="{FC9EE898-1F1E-48A7-855F-126969ECC9CA}" type="presOf" srcId="{41A04BCB-097F-4EA2-8F38-10380F3E5EFE}" destId="{BAC901E9-CF39-4637-94F9-9E52B20F246D}" srcOrd="0" destOrd="0" presId="urn:microsoft.com/office/officeart/2005/8/layout/bProcess3"/>
    <dgm:cxn modelId="{E0EED8A0-9347-4FFC-9A6C-EA50422B8B14}" type="presOf" srcId="{3779F14D-681E-48C9-84BD-B71A21318B48}" destId="{CF8EF721-BFBF-409C-A7A6-92AE32A191D3}" srcOrd="1" destOrd="0" presId="urn:microsoft.com/office/officeart/2005/8/layout/bProcess3"/>
    <dgm:cxn modelId="{6D6345A3-9EC2-4E7E-9326-86E2838352F1}" type="presOf" srcId="{0B8C5FCE-569B-4B08-8D51-C30C5E2DC22D}" destId="{3AA2954E-D1FE-450F-9D54-079C82B8BECD}" srcOrd="0" destOrd="0" presId="urn:microsoft.com/office/officeart/2005/8/layout/bProcess3"/>
    <dgm:cxn modelId="{436828AF-59BA-439D-A77B-75E6C8ABD636}" type="presOf" srcId="{9AC4379A-EAD6-4A28-9C63-571D67A441EE}" destId="{1349670F-E43E-482A-A883-14CC6CB4F610}" srcOrd="0" destOrd="0" presId="urn:microsoft.com/office/officeart/2005/8/layout/bProcess3"/>
    <dgm:cxn modelId="{D1F73AAF-A900-4AFA-B444-EF4683604148}" srcId="{343181C2-01A3-4BD9-B467-CDB8CE36A222}" destId="{41A04BCB-097F-4EA2-8F38-10380F3E5EFE}" srcOrd="7" destOrd="0" parTransId="{A7334FFB-61B0-4293-BAA8-C7649A01DF23}" sibTransId="{1E7BA8B4-BE05-494F-B943-016DBDD4D895}"/>
    <dgm:cxn modelId="{F0AAF1C3-9CE0-4D0D-9C86-07599D509036}" srcId="{343181C2-01A3-4BD9-B467-CDB8CE36A222}" destId="{A8FFD160-8C64-4AFE-ACF9-2F00F5700224}" srcOrd="3" destOrd="0" parTransId="{E6228D59-2351-48E9-B1D3-C0FEAA0A8137}" sibTransId="{EA08AC3E-5C0B-4966-BED4-429E4E6A35FB}"/>
    <dgm:cxn modelId="{AA8725C5-D343-4DF9-B1A2-22EA37DC62D0}" type="presOf" srcId="{A8FFD160-8C64-4AFE-ACF9-2F00F5700224}" destId="{8485A267-7B36-41A1-B53D-59F250CB038B}" srcOrd="0" destOrd="0" presId="urn:microsoft.com/office/officeart/2005/8/layout/bProcess3"/>
    <dgm:cxn modelId="{AB6492C6-8AD0-44AE-8A21-F3A10E1C6EFE}" type="presOf" srcId="{FD459A69-E0BF-4F30-9FDD-FB3B4F7AF127}" destId="{62198F6C-E9A4-42F8-9B6A-366E8CEEDF01}" srcOrd="0" destOrd="0" presId="urn:microsoft.com/office/officeart/2005/8/layout/bProcess3"/>
    <dgm:cxn modelId="{86F73CCE-6BF4-4A4D-84FF-BDC68952E419}" type="presOf" srcId="{FD459A69-E0BF-4F30-9FDD-FB3B4F7AF127}" destId="{BA75685B-1220-4627-A621-98627C379547}" srcOrd="1" destOrd="0" presId="urn:microsoft.com/office/officeart/2005/8/layout/bProcess3"/>
    <dgm:cxn modelId="{ABFA31D1-C51F-4CDE-8114-5E33B97B9D3B}" type="presOf" srcId="{3779F14D-681E-48C9-84BD-B71A21318B48}" destId="{6BBEA367-8883-403C-8148-A44F6ECBA971}" srcOrd="0" destOrd="0" presId="urn:microsoft.com/office/officeart/2005/8/layout/bProcess3"/>
    <dgm:cxn modelId="{B36FDCD1-68B9-415F-8312-17D0B38B0BAF}" type="presOf" srcId="{D29DBA39-3A39-4F85-8E24-A20B58C83E29}" destId="{3C25C0FD-789B-4598-A04B-8EB3BC40BE62}" srcOrd="0" destOrd="0" presId="urn:microsoft.com/office/officeart/2005/8/layout/bProcess3"/>
    <dgm:cxn modelId="{756D31D9-4155-4D42-94CB-7DCA9C292243}" type="presOf" srcId="{1E7BA8B4-BE05-494F-B943-016DBDD4D895}" destId="{DE64C9A8-9358-425C-B7C4-C850ED58AEA9}" srcOrd="1" destOrd="0" presId="urn:microsoft.com/office/officeart/2005/8/layout/bProcess3"/>
    <dgm:cxn modelId="{92DCB0EB-F208-418E-B038-A47CB2891BA1}" type="presOf" srcId="{4509609B-99BE-442F-BBE0-818CEB8E90DC}" destId="{899C3A87-B918-4E51-825C-318BC44EAABC}" srcOrd="1" destOrd="0" presId="urn:microsoft.com/office/officeart/2005/8/layout/bProcess3"/>
    <dgm:cxn modelId="{511F7499-69B7-420A-B4FE-56F2FDA6F4DF}" type="presParOf" srcId="{D98385A1-8C1B-4BB3-9FB7-F612AA6BB5CB}" destId="{E7F644F1-D94D-49B8-AD6D-E890075875E5}" srcOrd="0" destOrd="0" presId="urn:microsoft.com/office/officeart/2005/8/layout/bProcess3"/>
    <dgm:cxn modelId="{12DD7619-E28D-4574-A598-5AA0BCCB1720}" type="presParOf" srcId="{D98385A1-8C1B-4BB3-9FB7-F612AA6BB5CB}" destId="{62198F6C-E9A4-42F8-9B6A-366E8CEEDF01}" srcOrd="1" destOrd="0" presId="urn:microsoft.com/office/officeart/2005/8/layout/bProcess3"/>
    <dgm:cxn modelId="{6A824E01-BC03-4B50-8880-0658531234E4}" type="presParOf" srcId="{62198F6C-E9A4-42F8-9B6A-366E8CEEDF01}" destId="{BA75685B-1220-4627-A621-98627C379547}" srcOrd="0" destOrd="0" presId="urn:microsoft.com/office/officeart/2005/8/layout/bProcess3"/>
    <dgm:cxn modelId="{857722A8-1B99-490C-8619-EA5C2B225ECC}" type="presParOf" srcId="{D98385A1-8C1B-4BB3-9FB7-F612AA6BB5CB}" destId="{77E46BB2-0401-4170-B895-1C50BF1D23BC}" srcOrd="2" destOrd="0" presId="urn:microsoft.com/office/officeart/2005/8/layout/bProcess3"/>
    <dgm:cxn modelId="{4BDA9299-9F35-4BB5-96A7-B8AE6942310D}" type="presParOf" srcId="{D98385A1-8C1B-4BB3-9FB7-F612AA6BB5CB}" destId="{02F72EBD-A321-4F1D-BEA2-4EC6D795AB0C}" srcOrd="3" destOrd="0" presId="urn:microsoft.com/office/officeart/2005/8/layout/bProcess3"/>
    <dgm:cxn modelId="{9C16FA75-B46C-4EF8-8134-B2763F49FC49}" type="presParOf" srcId="{02F72EBD-A321-4F1D-BEA2-4EC6D795AB0C}" destId="{25629656-9EDE-470C-9FD9-42E5232A0F19}" srcOrd="0" destOrd="0" presId="urn:microsoft.com/office/officeart/2005/8/layout/bProcess3"/>
    <dgm:cxn modelId="{2BCF4305-0190-4338-9179-249CD1EC744B}" type="presParOf" srcId="{D98385A1-8C1B-4BB3-9FB7-F612AA6BB5CB}" destId="{3C25C0FD-789B-4598-A04B-8EB3BC40BE62}" srcOrd="4" destOrd="0" presId="urn:microsoft.com/office/officeart/2005/8/layout/bProcess3"/>
    <dgm:cxn modelId="{ACFC6337-0F82-4BCB-9E7E-9089D094DC61}" type="presParOf" srcId="{D98385A1-8C1B-4BB3-9FB7-F612AA6BB5CB}" destId="{486AF483-C0BD-4329-A58A-3B228662F553}" srcOrd="5" destOrd="0" presId="urn:microsoft.com/office/officeart/2005/8/layout/bProcess3"/>
    <dgm:cxn modelId="{5E13173D-AC8A-43C1-8B31-AF2FE98E9694}" type="presParOf" srcId="{486AF483-C0BD-4329-A58A-3B228662F553}" destId="{6A739CD9-6A76-49C3-9BF6-7351A7927F3F}" srcOrd="0" destOrd="0" presId="urn:microsoft.com/office/officeart/2005/8/layout/bProcess3"/>
    <dgm:cxn modelId="{58287EBE-EBA5-4124-AA1E-0D53626A63C4}" type="presParOf" srcId="{D98385A1-8C1B-4BB3-9FB7-F612AA6BB5CB}" destId="{8485A267-7B36-41A1-B53D-59F250CB038B}" srcOrd="6" destOrd="0" presId="urn:microsoft.com/office/officeart/2005/8/layout/bProcess3"/>
    <dgm:cxn modelId="{F4B4B0A5-8141-4805-BDC7-31A503606FA4}" type="presParOf" srcId="{D98385A1-8C1B-4BB3-9FB7-F612AA6BB5CB}" destId="{98508FEF-8985-4792-BC26-56728A13FE63}" srcOrd="7" destOrd="0" presId="urn:microsoft.com/office/officeart/2005/8/layout/bProcess3"/>
    <dgm:cxn modelId="{30BDA120-BCBB-442A-A8F7-4674EBF573AD}" type="presParOf" srcId="{98508FEF-8985-4792-BC26-56728A13FE63}" destId="{AA68679D-3471-4825-B363-0E37AED3180B}" srcOrd="0" destOrd="0" presId="urn:microsoft.com/office/officeart/2005/8/layout/bProcess3"/>
    <dgm:cxn modelId="{1986A985-F38F-46EC-B0B8-596B7952320D}" type="presParOf" srcId="{D98385A1-8C1B-4BB3-9FB7-F612AA6BB5CB}" destId="{8E2A54ED-7C93-44E6-9697-D12610D05827}" srcOrd="8" destOrd="0" presId="urn:microsoft.com/office/officeart/2005/8/layout/bProcess3"/>
    <dgm:cxn modelId="{33B6D04C-6C86-490B-9BBD-98AEF346A9B7}" type="presParOf" srcId="{D98385A1-8C1B-4BB3-9FB7-F612AA6BB5CB}" destId="{63CDF029-0F03-49F8-823F-3B69FC824254}" srcOrd="9" destOrd="0" presId="urn:microsoft.com/office/officeart/2005/8/layout/bProcess3"/>
    <dgm:cxn modelId="{99B6C622-81BB-45AD-98D3-61EC7404451A}" type="presParOf" srcId="{63CDF029-0F03-49F8-823F-3B69FC824254}" destId="{94713263-5CA4-48F5-8BDB-E4BD0C2895D9}" srcOrd="0" destOrd="0" presId="urn:microsoft.com/office/officeart/2005/8/layout/bProcess3"/>
    <dgm:cxn modelId="{4010BBDE-2993-49DC-87E4-873ABFF77267}" type="presParOf" srcId="{D98385A1-8C1B-4BB3-9FB7-F612AA6BB5CB}" destId="{DAD2BA96-21DA-47C3-B1B2-6593DD9EEB7F}" srcOrd="10" destOrd="0" presId="urn:microsoft.com/office/officeart/2005/8/layout/bProcess3"/>
    <dgm:cxn modelId="{61982F95-5512-478B-820F-2FECF347C63F}" type="presParOf" srcId="{D98385A1-8C1B-4BB3-9FB7-F612AA6BB5CB}" destId="{905EBEBB-A9E0-4D9E-A4FF-ED08193C866E}" srcOrd="11" destOrd="0" presId="urn:microsoft.com/office/officeart/2005/8/layout/bProcess3"/>
    <dgm:cxn modelId="{6B2E3C8D-C4D2-4D22-A024-A6711CABFFB6}" type="presParOf" srcId="{905EBEBB-A9E0-4D9E-A4FF-ED08193C866E}" destId="{899C3A87-B918-4E51-825C-318BC44EAABC}" srcOrd="0" destOrd="0" presId="urn:microsoft.com/office/officeart/2005/8/layout/bProcess3"/>
    <dgm:cxn modelId="{AA18DFE9-B54C-4903-A89A-D5EB5F86BEB5}" type="presParOf" srcId="{D98385A1-8C1B-4BB3-9FB7-F612AA6BB5CB}" destId="{1349670F-E43E-482A-A883-14CC6CB4F610}" srcOrd="12" destOrd="0" presId="urn:microsoft.com/office/officeart/2005/8/layout/bProcess3"/>
    <dgm:cxn modelId="{BB197BAC-DFDF-4065-8BB7-56C41A7CEC8A}" type="presParOf" srcId="{D98385A1-8C1B-4BB3-9FB7-F612AA6BB5CB}" destId="{6BBEA367-8883-403C-8148-A44F6ECBA971}" srcOrd="13" destOrd="0" presId="urn:microsoft.com/office/officeart/2005/8/layout/bProcess3"/>
    <dgm:cxn modelId="{1CA302FA-2DFA-4337-8C97-DEB5EC8686CF}" type="presParOf" srcId="{6BBEA367-8883-403C-8148-A44F6ECBA971}" destId="{CF8EF721-BFBF-409C-A7A6-92AE32A191D3}" srcOrd="0" destOrd="0" presId="urn:microsoft.com/office/officeart/2005/8/layout/bProcess3"/>
    <dgm:cxn modelId="{C0F24C2A-E965-4668-A862-2C64BCC49F69}" type="presParOf" srcId="{D98385A1-8C1B-4BB3-9FB7-F612AA6BB5CB}" destId="{BAC901E9-CF39-4637-94F9-9E52B20F246D}" srcOrd="14" destOrd="0" presId="urn:microsoft.com/office/officeart/2005/8/layout/bProcess3"/>
    <dgm:cxn modelId="{4DCEE751-3D71-4C47-9A9A-F7A9E429F710}" type="presParOf" srcId="{D98385A1-8C1B-4BB3-9FB7-F612AA6BB5CB}" destId="{CADB3426-D147-4D70-A31C-8492D00E472C}" srcOrd="15" destOrd="0" presId="urn:microsoft.com/office/officeart/2005/8/layout/bProcess3"/>
    <dgm:cxn modelId="{1B515C98-6001-446D-A65C-4262EA97E201}" type="presParOf" srcId="{CADB3426-D147-4D70-A31C-8492D00E472C}" destId="{DE64C9A8-9358-425C-B7C4-C850ED58AEA9}" srcOrd="0" destOrd="0" presId="urn:microsoft.com/office/officeart/2005/8/layout/bProcess3"/>
    <dgm:cxn modelId="{70C2F8AD-1FE5-4644-8F6D-1F83E604A2CB}" type="presParOf" srcId="{D98385A1-8C1B-4BB3-9FB7-F612AA6BB5CB}" destId="{DF64E6A0-F249-40D2-A61A-29CFD68D2F57}" srcOrd="16" destOrd="0" presId="urn:microsoft.com/office/officeart/2005/8/layout/bProcess3"/>
    <dgm:cxn modelId="{040CFEBF-B6DB-4122-BBE7-2B35EE78A9A1}" type="presParOf" srcId="{D98385A1-8C1B-4BB3-9FB7-F612AA6BB5CB}" destId="{3AA2954E-D1FE-450F-9D54-079C82B8BECD}" srcOrd="17" destOrd="0" presId="urn:microsoft.com/office/officeart/2005/8/layout/bProcess3"/>
    <dgm:cxn modelId="{C66CC14A-BA1B-451B-96F3-0149C036EFAB}" type="presParOf" srcId="{3AA2954E-D1FE-450F-9D54-079C82B8BECD}" destId="{465AB65B-CD7B-48F0-AE8A-C5CECBCA6E36}" srcOrd="0" destOrd="0" presId="urn:microsoft.com/office/officeart/2005/8/layout/bProcess3"/>
    <dgm:cxn modelId="{68348ED3-18CF-4798-8B88-96842416095D}" type="presParOf" srcId="{D98385A1-8C1B-4BB3-9FB7-F612AA6BB5CB}" destId="{B3F02F88-F035-46C2-A14E-A86FA070C638}" srcOrd="1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4DEF8A-390B-4894-B82F-2D66E82B2F40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EB75E12-9DFD-4AEA-A364-DD8BB095E224}">
      <dgm:prSet phldrT="[Text]" custT="1"/>
      <dgm:spPr/>
      <dgm:t>
        <a:bodyPr/>
        <a:lstStyle/>
        <a:p>
          <a:r>
            <a:rPr lang="en-IN" sz="2000" dirty="0">
              <a:latin typeface="+mj-lt"/>
            </a:rPr>
            <a:t>Element-by-element Assembly Approach</a:t>
          </a:r>
        </a:p>
      </dgm:t>
    </dgm:pt>
    <dgm:pt modelId="{526ABF03-1F77-4BA6-97B4-B48132CB742A}" type="parTrans" cxnId="{D1CC2302-981F-4D1F-ACFD-7AD00627FB65}">
      <dgm:prSet/>
      <dgm:spPr/>
      <dgm:t>
        <a:bodyPr/>
        <a:lstStyle/>
        <a:p>
          <a:endParaRPr lang="en-IN"/>
        </a:p>
      </dgm:t>
    </dgm:pt>
    <dgm:pt modelId="{58A66E5E-A081-4223-BF73-1E9830682140}" type="sibTrans" cxnId="{D1CC2302-981F-4D1F-ACFD-7AD00627FB65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917C6E47-1BFA-4880-91D4-A76503517541}">
          <dgm:prSet phldrT="[Text]"/>
          <dgm:spPr/>
          <dgm:t>
            <a:bodyPr/>
            <a:lstStyle/>
            <a:p>
              <a:pPr>
                <a:buFont typeface="Wingdings" panose="05000000000000000000" pitchFamily="2" charset="2"/>
                <a:buChar char="§"/>
              </a:pPr>
              <a:r>
                <a:rPr lang="en-IN" dirty="0">
                  <a:latin typeface="+mj-lt"/>
                </a:rPr>
                <a:t>Global A Matrix not stored</a:t>
              </a:r>
            </a:p>
            <a:p>
              <a:pPr>
                <a:buFont typeface="Arial" panose="020B0604020202020204" pitchFamily="34" charset="0"/>
                <a:buNone/>
              </a:pPr>
              <a:r>
                <a:rPr lang="en-IN" dirty="0">
                  <a:latin typeface="+mj-lt"/>
                </a:rPr>
                <a:t>In </a:t>
              </a:r>
              <a14:m>
                <m:oMath xmlns:m="http://schemas.openxmlformats.org/officeDocument/2006/math">
                  <m:r>
                    <a:rPr lang="en-IN" b="0" i="1" smtClean="0">
                      <a:latin typeface="Cambria Math" panose="02040503050406030204" pitchFamily="18" charset="0"/>
                    </a:rPr>
                    <m:t>𝐴𝑥</m:t>
                  </m:r>
                  <m:r>
                    <a:rPr lang="en-IN" b="0" i="1" smtClean="0">
                      <a:latin typeface="Cambria Math" panose="02040503050406030204" pitchFamily="18" charset="0"/>
                    </a:rPr>
                    <m:t>=</m:t>
                  </m:r>
                  <m:r>
                    <a:rPr lang="en-IN" b="0" i="1" smtClean="0">
                      <a:latin typeface="Cambria Math" panose="02040503050406030204" pitchFamily="18" charset="0"/>
                    </a:rPr>
                    <m:t>𝑏</m:t>
                  </m:r>
                </m:oMath>
              </a14:m>
              <a:r>
                <a:rPr lang="en-IN" dirty="0">
                  <a:latin typeface="+mj-lt"/>
                </a:rPr>
                <a:t>, only the matrix-vector product is assembled from element-level matrices to form the global vector = Ax </a:t>
              </a:r>
            </a:p>
          </dgm:t>
        </dgm:pt>
      </mc:Choice>
      <mc:Fallback xmlns="">
        <dgm:pt modelId="{917C6E47-1BFA-4880-91D4-A76503517541}">
          <dgm:prSet phldrT="[Text]"/>
          <dgm:spPr/>
          <dgm:t>
            <a:bodyPr/>
            <a:lstStyle/>
            <a:p>
              <a:pPr>
                <a:buFont typeface="Wingdings" panose="05000000000000000000" pitchFamily="2" charset="2"/>
                <a:buChar char="§"/>
              </a:pPr>
              <a:r>
                <a:rPr lang="en-IN" dirty="0">
                  <a:latin typeface="+mj-lt"/>
                </a:rPr>
                <a:t>Global A Matrix not stored</a:t>
              </a:r>
            </a:p>
            <a:p>
              <a:pPr>
                <a:buFont typeface="Arial" panose="020B0604020202020204" pitchFamily="34" charset="0"/>
                <a:buNone/>
              </a:pPr>
              <a:r>
                <a:rPr lang="en-IN" dirty="0">
                  <a:latin typeface="+mj-lt"/>
                </a:rPr>
                <a:t>In </a:t>
              </a:r>
              <a:r>
                <a:rPr lang="en-IN" b="0" i="0">
                  <a:latin typeface="+mj-lt"/>
                </a:rPr>
                <a:t>𝐴𝑥=𝑏</a:t>
              </a:r>
              <a:r>
                <a:rPr lang="en-IN" dirty="0">
                  <a:latin typeface="+mj-lt"/>
                </a:rPr>
                <a:t>, only the matrix-vector product is assembled from element-level matrices to form the global vector = Ax </a:t>
              </a:r>
            </a:p>
          </dgm:t>
        </dgm:pt>
      </mc:Fallback>
    </mc:AlternateContent>
    <dgm:pt modelId="{F6746B83-FD59-4E64-8567-DD7886229896}" type="parTrans" cxnId="{82827BFB-4F28-475B-80F2-844C3FDB3F13}">
      <dgm:prSet/>
      <dgm:spPr/>
      <dgm:t>
        <a:bodyPr/>
        <a:lstStyle/>
        <a:p>
          <a:endParaRPr lang="en-IN"/>
        </a:p>
      </dgm:t>
    </dgm:pt>
    <dgm:pt modelId="{4FA41F38-602F-4863-9973-6AB42A53BB02}" type="sibTrans" cxnId="{82827BFB-4F28-475B-80F2-844C3FDB3F13}">
      <dgm:prSet/>
      <dgm:spPr/>
      <dgm:t>
        <a:bodyPr/>
        <a:lstStyle/>
        <a:p>
          <a:endParaRPr lang="en-IN"/>
        </a:p>
      </dgm:t>
    </dgm:pt>
    <dgm:pt modelId="{B0F3133E-EC64-4C07-9E38-E0D6181AE97A}">
      <dgm:prSet phldrT="[Text]"/>
      <dgm:spPr/>
      <dgm:t>
        <a:bodyPr/>
        <a:lstStyle/>
        <a:p>
          <a:r>
            <a:rPr lang="en-IN" dirty="0">
              <a:latin typeface="+mj-lt"/>
            </a:rPr>
            <a:t>All operations can be parallelized at the element level</a:t>
          </a:r>
        </a:p>
      </dgm:t>
    </dgm:pt>
    <dgm:pt modelId="{6E3A2134-3457-4AB0-94F4-25E132BF1C9D}" type="parTrans" cxnId="{BE193ECB-A974-4E05-BD1A-88FF1085DB3C}">
      <dgm:prSet/>
      <dgm:spPr/>
      <dgm:t>
        <a:bodyPr/>
        <a:lstStyle/>
        <a:p>
          <a:endParaRPr lang="en-IN"/>
        </a:p>
      </dgm:t>
    </dgm:pt>
    <dgm:pt modelId="{153F3160-9EA6-4F32-8A48-E3372032BA66}" type="sibTrans" cxnId="{BE193ECB-A974-4E05-BD1A-88FF1085DB3C}">
      <dgm:prSet/>
      <dgm:spPr/>
      <dgm:t>
        <a:bodyPr/>
        <a:lstStyle/>
        <a:p>
          <a:endParaRPr lang="en-IN"/>
        </a:p>
      </dgm:t>
    </dgm:pt>
    <dgm:pt modelId="{4FAECED0-1973-45D8-884A-AC576574D855}">
      <dgm:prSet phldrT="[Text]" custT="1"/>
      <dgm:spPr/>
      <dgm:t>
        <a:bodyPr/>
        <a:lstStyle/>
        <a:p>
          <a:r>
            <a:rPr lang="en-IN" sz="2000" dirty="0">
              <a:latin typeface="+mj-lt"/>
            </a:rPr>
            <a:t>Global Assembly Approach </a:t>
          </a:r>
        </a:p>
      </dgm:t>
    </dgm:pt>
    <dgm:pt modelId="{94EFAD53-2B6F-4BE8-A52C-AC6B817039A0}" type="parTrans" cxnId="{186F4D9A-20C1-4870-B74C-AC3B37FFFFEE}">
      <dgm:prSet/>
      <dgm:spPr/>
      <dgm:t>
        <a:bodyPr/>
        <a:lstStyle/>
        <a:p>
          <a:endParaRPr lang="en-IN"/>
        </a:p>
      </dgm:t>
    </dgm:pt>
    <dgm:pt modelId="{9505403E-630B-4E83-8AA8-13994D909DEC}" type="sibTrans" cxnId="{186F4D9A-20C1-4870-B74C-AC3B37FFFFEE}">
      <dgm:prSet/>
      <dgm:spPr/>
      <dgm:t>
        <a:bodyPr/>
        <a:lstStyle/>
        <a:p>
          <a:endParaRPr lang="en-IN"/>
        </a:p>
      </dgm:t>
    </dgm:pt>
    <dgm:pt modelId="{2263653E-84BE-4031-BF47-A1AB077AD40C}">
      <dgm:prSet phldrT="[Text]"/>
      <dgm:spPr/>
      <dgm:t>
        <a:bodyPr/>
        <a:lstStyle/>
        <a:p>
          <a:r>
            <a:rPr lang="en-IN" dirty="0">
              <a:latin typeface="+mj-lt"/>
            </a:rPr>
            <a:t>Global Matrix is formed in CSR format</a:t>
          </a:r>
        </a:p>
      </dgm:t>
    </dgm:pt>
    <dgm:pt modelId="{015BC341-C7DB-40D3-803D-4736F93663E4}" type="parTrans" cxnId="{C2449D52-98B5-49A7-A5EB-AFF247F40F6C}">
      <dgm:prSet/>
      <dgm:spPr/>
      <dgm:t>
        <a:bodyPr/>
        <a:lstStyle/>
        <a:p>
          <a:endParaRPr lang="en-IN"/>
        </a:p>
      </dgm:t>
    </dgm:pt>
    <dgm:pt modelId="{314A65AA-3FAF-47CD-A438-F68301AD5C97}" type="sibTrans" cxnId="{C2449D52-98B5-49A7-A5EB-AFF247F40F6C}">
      <dgm:prSet/>
      <dgm:spPr/>
      <dgm:t>
        <a:bodyPr/>
        <a:lstStyle/>
        <a:p>
          <a:endParaRPr lang="en-IN"/>
        </a:p>
      </dgm:t>
    </dgm:pt>
    <dgm:pt modelId="{836BCFEB-04BF-4724-AAF5-D65F79796406}">
      <dgm:prSet phldrT="[Text]"/>
      <dgm:spPr/>
      <dgm:t>
        <a:bodyPr/>
        <a:lstStyle/>
        <a:p>
          <a:r>
            <a:rPr lang="en-IN" dirty="0">
              <a:latin typeface="+mj-lt"/>
            </a:rPr>
            <a:t>Can use multiple preconditioners and solvers; many numerical libraries are available</a:t>
          </a:r>
        </a:p>
      </dgm:t>
    </dgm:pt>
    <dgm:pt modelId="{77A90AE4-DA8C-46D7-8083-BBAED56B544E}" type="parTrans" cxnId="{F02BB5A4-4F24-4FE7-BA43-581EBB03F111}">
      <dgm:prSet/>
      <dgm:spPr/>
      <dgm:t>
        <a:bodyPr/>
        <a:lstStyle/>
        <a:p>
          <a:endParaRPr lang="en-IN"/>
        </a:p>
      </dgm:t>
    </dgm:pt>
    <dgm:pt modelId="{A098F914-3658-41F2-BEAB-9415B83FE86A}" type="sibTrans" cxnId="{F02BB5A4-4F24-4FE7-BA43-581EBB03F111}">
      <dgm:prSet/>
      <dgm:spPr/>
      <dgm:t>
        <a:bodyPr/>
        <a:lstStyle/>
        <a:p>
          <a:endParaRPr lang="en-IN"/>
        </a:p>
      </dgm:t>
    </dgm:pt>
    <dgm:pt modelId="{3B416ECA-94EC-40E2-BA64-62E6CC69970F}">
      <dgm:prSet/>
      <dgm:spPr/>
      <dgm:t>
        <a:bodyPr/>
        <a:lstStyle/>
        <a:p>
          <a:r>
            <a:rPr lang="en-IN" dirty="0">
              <a:latin typeface="+mj-lt"/>
            </a:rPr>
            <a:t>Only Jacobi preconditioner can be easily applied</a:t>
          </a:r>
        </a:p>
      </dgm:t>
    </dgm:pt>
    <dgm:pt modelId="{9B7AD76B-5C0A-4490-AD2D-DC86705608C1}" type="parTrans" cxnId="{75DBAC38-62E8-4324-8407-1B8B2A1A51F6}">
      <dgm:prSet/>
      <dgm:spPr/>
      <dgm:t>
        <a:bodyPr/>
        <a:lstStyle/>
        <a:p>
          <a:endParaRPr lang="en-IN"/>
        </a:p>
      </dgm:t>
    </dgm:pt>
    <dgm:pt modelId="{C3E7FF4F-4299-4F5F-B7D1-906A154C0543}" type="sibTrans" cxnId="{75DBAC38-62E8-4324-8407-1B8B2A1A51F6}">
      <dgm:prSet/>
      <dgm:spPr/>
      <dgm:t>
        <a:bodyPr/>
        <a:lstStyle/>
        <a:p>
          <a:endParaRPr lang="en-IN"/>
        </a:p>
      </dgm:t>
    </dgm:pt>
    <dgm:pt modelId="{CA23882A-B21E-415A-B7C8-0BAEFC665E41}">
      <dgm:prSet/>
      <dgm:spPr/>
      <dgm:t>
        <a:bodyPr/>
        <a:lstStyle/>
        <a:p>
          <a:r>
            <a:rPr lang="en-IN" dirty="0">
              <a:latin typeface="+mj-lt"/>
            </a:rPr>
            <a:t>Repetitive Assembly operations for the matrix-vector product for each iteration of each timestep </a:t>
          </a:r>
        </a:p>
      </dgm:t>
    </dgm:pt>
    <dgm:pt modelId="{ADA4AF33-C7D7-4F1A-82EC-CBB0F4794A33}" type="parTrans" cxnId="{504224ED-1161-46EE-9F0C-B61CCF264453}">
      <dgm:prSet/>
      <dgm:spPr/>
      <dgm:t>
        <a:bodyPr/>
        <a:lstStyle/>
        <a:p>
          <a:endParaRPr lang="en-IN"/>
        </a:p>
      </dgm:t>
    </dgm:pt>
    <dgm:pt modelId="{A564C74A-15C6-4CCC-8109-60A6FA3A8627}" type="sibTrans" cxnId="{504224ED-1161-46EE-9F0C-B61CCF264453}">
      <dgm:prSet/>
      <dgm:spPr/>
      <dgm:t>
        <a:bodyPr/>
        <a:lstStyle/>
        <a:p>
          <a:endParaRPr lang="en-IN"/>
        </a:p>
      </dgm:t>
    </dgm:pt>
    <dgm:pt modelId="{5533C6CA-990C-4695-BA63-943FABEC285B}">
      <dgm:prSet/>
      <dgm:spPr/>
      <dgm:t>
        <a:bodyPr/>
        <a:lstStyle/>
        <a:p>
          <a:r>
            <a:rPr lang="en-IN" dirty="0">
              <a:latin typeface="+mj-lt"/>
            </a:rPr>
            <a:t>Many commercial library Solvers</a:t>
          </a:r>
        </a:p>
      </dgm:t>
    </dgm:pt>
    <dgm:pt modelId="{4300FF65-9514-4671-AC0B-A94078CC0D9F}" type="parTrans" cxnId="{1CFBD81E-E484-4361-B318-F8520360C8B7}">
      <dgm:prSet/>
      <dgm:spPr/>
      <dgm:t>
        <a:bodyPr/>
        <a:lstStyle/>
        <a:p>
          <a:endParaRPr lang="en-IN"/>
        </a:p>
      </dgm:t>
    </dgm:pt>
    <dgm:pt modelId="{D12022A3-EBA1-4C25-85EC-BAB9FFBD4531}" type="sibTrans" cxnId="{1CFBD81E-E484-4361-B318-F8520360C8B7}">
      <dgm:prSet/>
      <dgm:spPr/>
      <dgm:t>
        <a:bodyPr/>
        <a:lstStyle/>
        <a:p>
          <a:endParaRPr lang="en-IN"/>
        </a:p>
      </dgm:t>
    </dgm:pt>
    <dgm:pt modelId="{3C1CA263-4EFB-4EF7-9F70-8EADF407AB0D}">
      <dgm:prSet/>
      <dgm:spPr/>
      <dgm:t>
        <a:bodyPr/>
        <a:lstStyle/>
        <a:p>
          <a:r>
            <a:rPr lang="en-IN" dirty="0">
              <a:latin typeface="+mj-lt"/>
            </a:rPr>
            <a:t>Single-assembly operation</a:t>
          </a:r>
        </a:p>
      </dgm:t>
    </dgm:pt>
    <dgm:pt modelId="{28BAD5D6-D51C-4E9F-AEB1-AC7F99967C74}" type="parTrans" cxnId="{8E43C4FE-9888-44D0-BC46-DDDD207FFB53}">
      <dgm:prSet/>
      <dgm:spPr/>
      <dgm:t>
        <a:bodyPr/>
        <a:lstStyle/>
        <a:p>
          <a:endParaRPr lang="en-IN"/>
        </a:p>
      </dgm:t>
    </dgm:pt>
    <dgm:pt modelId="{EDE00238-66AA-42D1-BFC2-3FE9518F366E}" type="sibTrans" cxnId="{8E43C4FE-9888-44D0-BC46-DDDD207FFB53}">
      <dgm:prSet/>
      <dgm:spPr/>
      <dgm:t>
        <a:bodyPr/>
        <a:lstStyle/>
        <a:p>
          <a:endParaRPr lang="en-IN"/>
        </a:p>
      </dgm:t>
    </dgm:pt>
    <dgm:pt modelId="{9CB8212C-F2BF-4A83-82EF-9F23655CA7D4}">
      <dgm:prSet/>
      <dgm:spPr/>
      <dgm:t>
        <a:bodyPr/>
        <a:lstStyle/>
        <a:p>
          <a:r>
            <a:rPr lang="en-IN" dirty="0">
              <a:latin typeface="+mj-lt"/>
            </a:rPr>
            <a:t>Absence of element-level parallelization </a:t>
          </a:r>
        </a:p>
      </dgm:t>
    </dgm:pt>
    <dgm:pt modelId="{687A4DFF-25A0-4AF3-BD5D-B34E5AFA81F9}" type="parTrans" cxnId="{CE803770-B75E-40F6-8342-FE3755F954F7}">
      <dgm:prSet/>
      <dgm:spPr/>
      <dgm:t>
        <a:bodyPr/>
        <a:lstStyle/>
        <a:p>
          <a:endParaRPr lang="en-IN"/>
        </a:p>
      </dgm:t>
    </dgm:pt>
    <dgm:pt modelId="{59A8FABB-1985-4AB3-9AE1-EE18CCA75507}" type="sibTrans" cxnId="{CE803770-B75E-40F6-8342-FE3755F954F7}">
      <dgm:prSet/>
      <dgm:spPr/>
      <dgm:t>
        <a:bodyPr/>
        <a:lstStyle/>
        <a:p>
          <a:endParaRPr lang="en-IN"/>
        </a:p>
      </dgm:t>
    </dgm:pt>
    <dgm:pt modelId="{B21D9457-67BA-46D0-AD8B-A0B16785161D}" type="pres">
      <dgm:prSet presAssocID="{B44DEF8A-390B-4894-B82F-2D66E82B2F4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9D24E74-AEA9-4CD9-8A4D-DCFE3E8EB511}" type="pres">
      <dgm:prSet presAssocID="{8EB75E12-9DFD-4AEA-A364-DD8BB095E224}" presName="root" presStyleCnt="0"/>
      <dgm:spPr/>
    </dgm:pt>
    <dgm:pt modelId="{DB827DED-70D5-44F7-8DFD-A0BB09323F7B}" type="pres">
      <dgm:prSet presAssocID="{8EB75E12-9DFD-4AEA-A364-DD8BB095E224}" presName="rootComposite" presStyleCnt="0"/>
      <dgm:spPr/>
    </dgm:pt>
    <dgm:pt modelId="{5F28FCF8-7C29-4402-A294-D2929EAD3B70}" type="pres">
      <dgm:prSet presAssocID="{8EB75E12-9DFD-4AEA-A364-DD8BB095E224}" presName="rootText" presStyleLbl="node1" presStyleIdx="0" presStyleCnt="2" custScaleX="149082" custScaleY="74746" custLinFactNeighborX="-85881" custLinFactNeighborY="914"/>
      <dgm:spPr/>
    </dgm:pt>
    <dgm:pt modelId="{5D7C1569-1099-412C-B2B9-88A24CC9F120}" type="pres">
      <dgm:prSet presAssocID="{8EB75E12-9DFD-4AEA-A364-DD8BB095E224}" presName="rootConnector" presStyleLbl="node1" presStyleIdx="0" presStyleCnt="2"/>
      <dgm:spPr/>
    </dgm:pt>
    <dgm:pt modelId="{F67FE77C-A737-45F0-A70E-F354540A5325}" type="pres">
      <dgm:prSet presAssocID="{8EB75E12-9DFD-4AEA-A364-DD8BB095E224}" presName="childShape" presStyleCnt="0"/>
      <dgm:spPr/>
    </dgm:pt>
    <dgm:pt modelId="{BD6B04DF-81DE-4DEF-9419-90878249D5E1}" type="pres">
      <dgm:prSet presAssocID="{F6746B83-FD59-4E64-8567-DD7886229896}" presName="Name13" presStyleLbl="parChTrans1D2" presStyleIdx="0" presStyleCnt="9"/>
      <dgm:spPr/>
    </dgm:pt>
    <dgm:pt modelId="{18E56062-B367-460C-BAAD-3804D8953500}" type="pres">
      <dgm:prSet presAssocID="{917C6E47-1BFA-4880-91D4-A76503517541}" presName="childText" presStyleLbl="bgAcc1" presStyleIdx="0" presStyleCnt="9" custScaleX="165617">
        <dgm:presLayoutVars>
          <dgm:bulletEnabled val="1"/>
        </dgm:presLayoutVars>
      </dgm:prSet>
      <dgm:spPr/>
    </dgm:pt>
    <dgm:pt modelId="{B5D9C319-605D-4EFA-94CC-4723FA330A46}" type="pres">
      <dgm:prSet presAssocID="{6E3A2134-3457-4AB0-94F4-25E132BF1C9D}" presName="Name13" presStyleLbl="parChTrans1D2" presStyleIdx="1" presStyleCnt="9"/>
      <dgm:spPr/>
    </dgm:pt>
    <dgm:pt modelId="{370319A0-C294-4406-B9FA-9A16C2362003}" type="pres">
      <dgm:prSet presAssocID="{B0F3133E-EC64-4C07-9E38-E0D6181AE97A}" presName="childText" presStyleLbl="bgAcc1" presStyleIdx="1" presStyleCnt="9" custScaleX="165304" custScaleY="75899">
        <dgm:presLayoutVars>
          <dgm:bulletEnabled val="1"/>
        </dgm:presLayoutVars>
      </dgm:prSet>
      <dgm:spPr/>
    </dgm:pt>
    <dgm:pt modelId="{15EB3036-D6DE-46DC-86FA-5778EF50A4FC}" type="pres">
      <dgm:prSet presAssocID="{9B7AD76B-5C0A-4490-AD2D-DC86705608C1}" presName="Name13" presStyleLbl="parChTrans1D2" presStyleIdx="2" presStyleCnt="9"/>
      <dgm:spPr/>
    </dgm:pt>
    <dgm:pt modelId="{48C5E61F-1928-4D3F-9FDC-A82EA49309AF}" type="pres">
      <dgm:prSet presAssocID="{3B416ECA-94EC-40E2-BA64-62E6CC69970F}" presName="childText" presStyleLbl="bgAcc1" presStyleIdx="2" presStyleCnt="9" custScaleX="160619" custScaleY="54061">
        <dgm:presLayoutVars>
          <dgm:bulletEnabled val="1"/>
        </dgm:presLayoutVars>
      </dgm:prSet>
      <dgm:spPr/>
    </dgm:pt>
    <dgm:pt modelId="{0EEBF726-9F48-42DD-B768-BC9469335BC4}" type="pres">
      <dgm:prSet presAssocID="{ADA4AF33-C7D7-4F1A-82EC-CBB0F4794A33}" presName="Name13" presStyleLbl="parChTrans1D2" presStyleIdx="3" presStyleCnt="9"/>
      <dgm:spPr/>
    </dgm:pt>
    <dgm:pt modelId="{5FBA5AA6-CB15-4C95-8649-0B61820716BE}" type="pres">
      <dgm:prSet presAssocID="{CA23882A-B21E-415A-B7C8-0BAEFC665E41}" presName="childText" presStyleLbl="bgAcc1" presStyleIdx="3" presStyleCnt="9" custScaleX="161788" custScaleY="60522">
        <dgm:presLayoutVars>
          <dgm:bulletEnabled val="1"/>
        </dgm:presLayoutVars>
      </dgm:prSet>
      <dgm:spPr/>
    </dgm:pt>
    <dgm:pt modelId="{A38FAB8C-6255-4EB5-B6C7-34778347DD78}" type="pres">
      <dgm:prSet presAssocID="{4FAECED0-1973-45D8-884A-AC576574D855}" presName="root" presStyleCnt="0"/>
      <dgm:spPr/>
    </dgm:pt>
    <dgm:pt modelId="{B2850F33-8B93-42A6-B4E5-D85E52183831}" type="pres">
      <dgm:prSet presAssocID="{4FAECED0-1973-45D8-884A-AC576574D855}" presName="rootComposite" presStyleCnt="0"/>
      <dgm:spPr/>
    </dgm:pt>
    <dgm:pt modelId="{9AD9174E-F334-4604-BDE1-27D0E5CC87AD}" type="pres">
      <dgm:prSet presAssocID="{4FAECED0-1973-45D8-884A-AC576574D855}" presName="rootText" presStyleLbl="node1" presStyleIdx="1" presStyleCnt="2" custScaleX="152553" custScaleY="70570"/>
      <dgm:spPr/>
    </dgm:pt>
    <dgm:pt modelId="{92CFD1E8-0A09-4F83-8A5D-B825799CC182}" type="pres">
      <dgm:prSet presAssocID="{4FAECED0-1973-45D8-884A-AC576574D855}" presName="rootConnector" presStyleLbl="node1" presStyleIdx="1" presStyleCnt="2"/>
      <dgm:spPr/>
    </dgm:pt>
    <dgm:pt modelId="{9F29B513-4299-4A66-8DF9-676F67691DE6}" type="pres">
      <dgm:prSet presAssocID="{4FAECED0-1973-45D8-884A-AC576574D855}" presName="childShape" presStyleCnt="0"/>
      <dgm:spPr/>
    </dgm:pt>
    <dgm:pt modelId="{4F103749-8594-407B-B3C2-83B9C748B509}" type="pres">
      <dgm:prSet presAssocID="{015BC341-C7DB-40D3-803D-4736F93663E4}" presName="Name13" presStyleLbl="parChTrans1D2" presStyleIdx="4" presStyleCnt="9"/>
      <dgm:spPr/>
    </dgm:pt>
    <dgm:pt modelId="{FE9E4E52-4EA2-47F4-AAEE-0AF143C8E890}" type="pres">
      <dgm:prSet presAssocID="{2263653E-84BE-4031-BF47-A1AB077AD40C}" presName="childText" presStyleLbl="bgAcc1" presStyleIdx="4" presStyleCnt="9" custScaleX="160907" custScaleY="61706">
        <dgm:presLayoutVars>
          <dgm:bulletEnabled val="1"/>
        </dgm:presLayoutVars>
      </dgm:prSet>
      <dgm:spPr/>
    </dgm:pt>
    <dgm:pt modelId="{83C22182-3B02-481D-868C-5D7BDE8751B4}" type="pres">
      <dgm:prSet presAssocID="{77A90AE4-DA8C-46D7-8083-BBAED56B544E}" presName="Name13" presStyleLbl="parChTrans1D2" presStyleIdx="5" presStyleCnt="9"/>
      <dgm:spPr/>
    </dgm:pt>
    <dgm:pt modelId="{7966C913-CF81-4DAE-B11D-75C3F0FEA758}" type="pres">
      <dgm:prSet presAssocID="{836BCFEB-04BF-4724-AAF5-D65F79796406}" presName="childText" presStyleLbl="bgAcc1" presStyleIdx="5" presStyleCnt="9" custScaleX="155044" custScaleY="75314">
        <dgm:presLayoutVars>
          <dgm:bulletEnabled val="1"/>
        </dgm:presLayoutVars>
      </dgm:prSet>
      <dgm:spPr/>
    </dgm:pt>
    <dgm:pt modelId="{B9D19B35-A35C-4108-BF91-5EEBC150B025}" type="pres">
      <dgm:prSet presAssocID="{4300FF65-9514-4671-AC0B-A94078CC0D9F}" presName="Name13" presStyleLbl="parChTrans1D2" presStyleIdx="6" presStyleCnt="9"/>
      <dgm:spPr/>
    </dgm:pt>
    <dgm:pt modelId="{D789C28B-5BDF-40C3-A2D0-D2A70682C45A}" type="pres">
      <dgm:prSet presAssocID="{5533C6CA-990C-4695-BA63-943FABEC285B}" presName="childText" presStyleLbl="bgAcc1" presStyleIdx="6" presStyleCnt="9" custScaleX="152919" custScaleY="47343">
        <dgm:presLayoutVars>
          <dgm:bulletEnabled val="1"/>
        </dgm:presLayoutVars>
      </dgm:prSet>
      <dgm:spPr/>
    </dgm:pt>
    <dgm:pt modelId="{E1401603-D8F4-40E6-A76D-6C8B6168459C}" type="pres">
      <dgm:prSet presAssocID="{28BAD5D6-D51C-4E9F-AEB1-AC7F99967C74}" presName="Name13" presStyleLbl="parChTrans1D2" presStyleIdx="7" presStyleCnt="9"/>
      <dgm:spPr/>
    </dgm:pt>
    <dgm:pt modelId="{9C4A6B51-6EED-4299-BE58-5A491BA818F0}" type="pres">
      <dgm:prSet presAssocID="{3C1CA263-4EFB-4EF7-9F70-8EADF407AB0D}" presName="childText" presStyleLbl="bgAcc1" presStyleIdx="7" presStyleCnt="9" custScaleX="152479" custScaleY="43157">
        <dgm:presLayoutVars>
          <dgm:bulletEnabled val="1"/>
        </dgm:presLayoutVars>
      </dgm:prSet>
      <dgm:spPr/>
    </dgm:pt>
    <dgm:pt modelId="{A562886C-6EB1-4DC6-8429-F5C703544F5B}" type="pres">
      <dgm:prSet presAssocID="{687A4DFF-25A0-4AF3-BD5D-B34E5AFA81F9}" presName="Name13" presStyleLbl="parChTrans1D2" presStyleIdx="8" presStyleCnt="9"/>
      <dgm:spPr/>
    </dgm:pt>
    <dgm:pt modelId="{375ED9C2-581F-44DB-A245-BCBA1DA0A5E9}" type="pres">
      <dgm:prSet presAssocID="{9CB8212C-F2BF-4A83-82EF-9F23655CA7D4}" presName="childText" presStyleLbl="bgAcc1" presStyleIdx="8" presStyleCnt="9" custScaleX="153102" custScaleY="40653">
        <dgm:presLayoutVars>
          <dgm:bulletEnabled val="1"/>
        </dgm:presLayoutVars>
      </dgm:prSet>
      <dgm:spPr/>
    </dgm:pt>
  </dgm:ptLst>
  <dgm:cxnLst>
    <dgm:cxn modelId="{D1CC2302-981F-4D1F-ACFD-7AD00627FB65}" srcId="{B44DEF8A-390B-4894-B82F-2D66E82B2F40}" destId="{8EB75E12-9DFD-4AEA-A364-DD8BB095E224}" srcOrd="0" destOrd="0" parTransId="{526ABF03-1F77-4BA6-97B4-B48132CB742A}" sibTransId="{58A66E5E-A081-4223-BF73-1E9830682140}"/>
    <dgm:cxn modelId="{EE56F115-E71F-477D-8791-94FACA371A96}" type="presOf" srcId="{6E3A2134-3457-4AB0-94F4-25E132BF1C9D}" destId="{B5D9C319-605D-4EFA-94CC-4723FA330A46}" srcOrd="0" destOrd="0" presId="urn:microsoft.com/office/officeart/2005/8/layout/hierarchy3"/>
    <dgm:cxn modelId="{1CFBD81E-E484-4361-B318-F8520360C8B7}" srcId="{4FAECED0-1973-45D8-884A-AC576574D855}" destId="{5533C6CA-990C-4695-BA63-943FABEC285B}" srcOrd="2" destOrd="0" parTransId="{4300FF65-9514-4671-AC0B-A94078CC0D9F}" sibTransId="{D12022A3-EBA1-4C25-85EC-BAB9FFBD4531}"/>
    <dgm:cxn modelId="{A83A3022-CBB5-4B19-B2E2-899558922F51}" type="presOf" srcId="{687A4DFF-25A0-4AF3-BD5D-B34E5AFA81F9}" destId="{A562886C-6EB1-4DC6-8429-F5C703544F5B}" srcOrd="0" destOrd="0" presId="urn:microsoft.com/office/officeart/2005/8/layout/hierarchy3"/>
    <dgm:cxn modelId="{8BA2CB23-33FE-4896-A2A4-A619205315D0}" type="presOf" srcId="{5533C6CA-990C-4695-BA63-943FABEC285B}" destId="{D789C28B-5BDF-40C3-A2D0-D2A70682C45A}" srcOrd="0" destOrd="0" presId="urn:microsoft.com/office/officeart/2005/8/layout/hierarchy3"/>
    <dgm:cxn modelId="{0AA12F27-D519-407B-AD59-C82A684F0589}" type="presOf" srcId="{9CB8212C-F2BF-4A83-82EF-9F23655CA7D4}" destId="{375ED9C2-581F-44DB-A245-BCBA1DA0A5E9}" srcOrd="0" destOrd="0" presId="urn:microsoft.com/office/officeart/2005/8/layout/hierarchy3"/>
    <dgm:cxn modelId="{FC7B762C-7148-4D8E-B9EF-F1997DEA9C38}" type="presOf" srcId="{2263653E-84BE-4031-BF47-A1AB077AD40C}" destId="{FE9E4E52-4EA2-47F4-AAEE-0AF143C8E890}" srcOrd="0" destOrd="0" presId="urn:microsoft.com/office/officeart/2005/8/layout/hierarchy3"/>
    <dgm:cxn modelId="{E715D330-FE5A-47C5-AAD2-1AE9ABADB5F9}" type="presOf" srcId="{8EB75E12-9DFD-4AEA-A364-DD8BB095E224}" destId="{5D7C1569-1099-412C-B2B9-88A24CC9F120}" srcOrd="1" destOrd="0" presId="urn:microsoft.com/office/officeart/2005/8/layout/hierarchy3"/>
    <dgm:cxn modelId="{75DBAC38-62E8-4324-8407-1B8B2A1A51F6}" srcId="{8EB75E12-9DFD-4AEA-A364-DD8BB095E224}" destId="{3B416ECA-94EC-40E2-BA64-62E6CC69970F}" srcOrd="2" destOrd="0" parTransId="{9B7AD76B-5C0A-4490-AD2D-DC86705608C1}" sibTransId="{C3E7FF4F-4299-4F5F-B7D1-906A154C0543}"/>
    <dgm:cxn modelId="{6B51C839-0313-4E6B-A11B-B47B86504306}" type="presOf" srcId="{4300FF65-9514-4671-AC0B-A94078CC0D9F}" destId="{B9D19B35-A35C-4108-BF91-5EEBC150B025}" srcOrd="0" destOrd="0" presId="urn:microsoft.com/office/officeart/2005/8/layout/hierarchy3"/>
    <dgm:cxn modelId="{19357D5B-2749-498E-90A1-51F8573FCB3A}" type="presOf" srcId="{3C1CA263-4EFB-4EF7-9F70-8EADF407AB0D}" destId="{9C4A6B51-6EED-4299-BE58-5A491BA818F0}" srcOrd="0" destOrd="0" presId="urn:microsoft.com/office/officeart/2005/8/layout/hierarchy3"/>
    <dgm:cxn modelId="{A2E0905F-A5C1-46BC-8D66-751EE176895A}" type="presOf" srcId="{28BAD5D6-D51C-4E9F-AEB1-AC7F99967C74}" destId="{E1401603-D8F4-40E6-A76D-6C8B6168459C}" srcOrd="0" destOrd="0" presId="urn:microsoft.com/office/officeart/2005/8/layout/hierarchy3"/>
    <dgm:cxn modelId="{A1D27B43-000E-4F0D-84B5-3C51820CA887}" type="presOf" srcId="{015BC341-C7DB-40D3-803D-4736F93663E4}" destId="{4F103749-8594-407B-B3C2-83B9C748B509}" srcOrd="0" destOrd="0" presId="urn:microsoft.com/office/officeart/2005/8/layout/hierarchy3"/>
    <dgm:cxn modelId="{490F434A-C2FF-4038-A2A6-E12750DA11F8}" type="presOf" srcId="{4FAECED0-1973-45D8-884A-AC576574D855}" destId="{92CFD1E8-0A09-4F83-8A5D-B825799CC182}" srcOrd="1" destOrd="0" presId="urn:microsoft.com/office/officeart/2005/8/layout/hierarchy3"/>
    <dgm:cxn modelId="{37598A4D-AE8B-446B-8EB6-21A2EE935E03}" type="presOf" srcId="{ADA4AF33-C7D7-4F1A-82EC-CBB0F4794A33}" destId="{0EEBF726-9F48-42DD-B768-BC9469335BC4}" srcOrd="0" destOrd="0" presId="urn:microsoft.com/office/officeart/2005/8/layout/hierarchy3"/>
    <dgm:cxn modelId="{CE803770-B75E-40F6-8342-FE3755F954F7}" srcId="{4FAECED0-1973-45D8-884A-AC576574D855}" destId="{9CB8212C-F2BF-4A83-82EF-9F23655CA7D4}" srcOrd="4" destOrd="0" parTransId="{687A4DFF-25A0-4AF3-BD5D-B34E5AFA81F9}" sibTransId="{59A8FABB-1985-4AB3-9AE1-EE18CCA75507}"/>
    <dgm:cxn modelId="{83788471-9DE0-4981-932B-F0D1160BA394}" type="presOf" srcId="{4FAECED0-1973-45D8-884A-AC576574D855}" destId="{9AD9174E-F334-4604-BDE1-27D0E5CC87AD}" srcOrd="0" destOrd="0" presId="urn:microsoft.com/office/officeart/2005/8/layout/hierarchy3"/>
    <dgm:cxn modelId="{AE2FAC51-D754-4667-B819-D2E47FB64D13}" type="presOf" srcId="{B44DEF8A-390B-4894-B82F-2D66E82B2F40}" destId="{B21D9457-67BA-46D0-AD8B-A0B16785161D}" srcOrd="0" destOrd="0" presId="urn:microsoft.com/office/officeart/2005/8/layout/hierarchy3"/>
    <dgm:cxn modelId="{879B6952-9B1C-44DD-B2AC-081110184D0C}" type="presOf" srcId="{8EB75E12-9DFD-4AEA-A364-DD8BB095E224}" destId="{5F28FCF8-7C29-4402-A294-D2929EAD3B70}" srcOrd="0" destOrd="0" presId="urn:microsoft.com/office/officeart/2005/8/layout/hierarchy3"/>
    <dgm:cxn modelId="{C2449D52-98B5-49A7-A5EB-AFF247F40F6C}" srcId="{4FAECED0-1973-45D8-884A-AC576574D855}" destId="{2263653E-84BE-4031-BF47-A1AB077AD40C}" srcOrd="0" destOrd="0" parTransId="{015BC341-C7DB-40D3-803D-4736F93663E4}" sibTransId="{314A65AA-3FAF-47CD-A438-F68301AD5C97}"/>
    <dgm:cxn modelId="{193AE47F-E0A9-4FF3-9133-3AF8160010C5}" type="presOf" srcId="{77A90AE4-DA8C-46D7-8083-BBAED56B544E}" destId="{83C22182-3B02-481D-868C-5D7BDE8751B4}" srcOrd="0" destOrd="0" presId="urn:microsoft.com/office/officeart/2005/8/layout/hierarchy3"/>
    <dgm:cxn modelId="{186F4D9A-20C1-4870-B74C-AC3B37FFFFEE}" srcId="{B44DEF8A-390B-4894-B82F-2D66E82B2F40}" destId="{4FAECED0-1973-45D8-884A-AC576574D855}" srcOrd="1" destOrd="0" parTransId="{94EFAD53-2B6F-4BE8-A52C-AC6B817039A0}" sibTransId="{9505403E-630B-4E83-8AA8-13994D909DEC}"/>
    <dgm:cxn modelId="{F02BB5A4-4F24-4FE7-BA43-581EBB03F111}" srcId="{4FAECED0-1973-45D8-884A-AC576574D855}" destId="{836BCFEB-04BF-4724-AAF5-D65F79796406}" srcOrd="1" destOrd="0" parTransId="{77A90AE4-DA8C-46D7-8083-BBAED56B544E}" sibTransId="{A098F914-3658-41F2-BEAB-9415B83FE86A}"/>
    <dgm:cxn modelId="{4C097FB6-BC27-4BB9-9E3E-4071C7661635}" type="presOf" srcId="{CA23882A-B21E-415A-B7C8-0BAEFC665E41}" destId="{5FBA5AA6-CB15-4C95-8649-0B61820716BE}" srcOrd="0" destOrd="0" presId="urn:microsoft.com/office/officeart/2005/8/layout/hierarchy3"/>
    <dgm:cxn modelId="{7A36C2BB-117A-433C-B98F-DA9DF58846E9}" type="presOf" srcId="{F6746B83-FD59-4E64-8567-DD7886229896}" destId="{BD6B04DF-81DE-4DEF-9419-90878249D5E1}" srcOrd="0" destOrd="0" presId="urn:microsoft.com/office/officeart/2005/8/layout/hierarchy3"/>
    <dgm:cxn modelId="{BE193ECB-A974-4E05-BD1A-88FF1085DB3C}" srcId="{8EB75E12-9DFD-4AEA-A364-DD8BB095E224}" destId="{B0F3133E-EC64-4C07-9E38-E0D6181AE97A}" srcOrd="1" destOrd="0" parTransId="{6E3A2134-3457-4AB0-94F4-25E132BF1C9D}" sibTransId="{153F3160-9EA6-4F32-8A48-E3372032BA66}"/>
    <dgm:cxn modelId="{7A4A24CD-DF61-4390-AAAD-C460935292BD}" type="presOf" srcId="{3B416ECA-94EC-40E2-BA64-62E6CC69970F}" destId="{48C5E61F-1928-4D3F-9FDC-A82EA49309AF}" srcOrd="0" destOrd="0" presId="urn:microsoft.com/office/officeart/2005/8/layout/hierarchy3"/>
    <dgm:cxn modelId="{C9FD32D4-76D4-4876-97BA-07AC58FBCBA8}" type="presOf" srcId="{B0F3133E-EC64-4C07-9E38-E0D6181AE97A}" destId="{370319A0-C294-4406-B9FA-9A16C2362003}" srcOrd="0" destOrd="0" presId="urn:microsoft.com/office/officeart/2005/8/layout/hierarchy3"/>
    <dgm:cxn modelId="{D8EE16E0-9C29-452F-9A81-2FB1DFBD8E96}" type="presOf" srcId="{917C6E47-1BFA-4880-91D4-A76503517541}" destId="{18E56062-B367-460C-BAAD-3804D8953500}" srcOrd="0" destOrd="0" presId="urn:microsoft.com/office/officeart/2005/8/layout/hierarchy3"/>
    <dgm:cxn modelId="{504224ED-1161-46EE-9F0C-B61CCF264453}" srcId="{8EB75E12-9DFD-4AEA-A364-DD8BB095E224}" destId="{CA23882A-B21E-415A-B7C8-0BAEFC665E41}" srcOrd="3" destOrd="0" parTransId="{ADA4AF33-C7D7-4F1A-82EC-CBB0F4794A33}" sibTransId="{A564C74A-15C6-4CCC-8109-60A6FA3A8627}"/>
    <dgm:cxn modelId="{EBEE55F6-B5D0-475C-8686-559F1BE5D250}" type="presOf" srcId="{9B7AD76B-5C0A-4490-AD2D-DC86705608C1}" destId="{15EB3036-D6DE-46DC-86FA-5778EF50A4FC}" srcOrd="0" destOrd="0" presId="urn:microsoft.com/office/officeart/2005/8/layout/hierarchy3"/>
    <dgm:cxn modelId="{82827BFB-4F28-475B-80F2-844C3FDB3F13}" srcId="{8EB75E12-9DFD-4AEA-A364-DD8BB095E224}" destId="{917C6E47-1BFA-4880-91D4-A76503517541}" srcOrd="0" destOrd="0" parTransId="{F6746B83-FD59-4E64-8567-DD7886229896}" sibTransId="{4FA41F38-602F-4863-9973-6AB42A53BB02}"/>
    <dgm:cxn modelId="{1E204AFD-A9AA-48EF-9AA0-BCA5AF794477}" type="presOf" srcId="{836BCFEB-04BF-4724-AAF5-D65F79796406}" destId="{7966C913-CF81-4DAE-B11D-75C3F0FEA758}" srcOrd="0" destOrd="0" presId="urn:microsoft.com/office/officeart/2005/8/layout/hierarchy3"/>
    <dgm:cxn modelId="{8E43C4FE-9888-44D0-BC46-DDDD207FFB53}" srcId="{4FAECED0-1973-45D8-884A-AC576574D855}" destId="{3C1CA263-4EFB-4EF7-9F70-8EADF407AB0D}" srcOrd="3" destOrd="0" parTransId="{28BAD5D6-D51C-4E9F-AEB1-AC7F99967C74}" sibTransId="{EDE00238-66AA-42D1-BFC2-3FE9518F366E}"/>
    <dgm:cxn modelId="{671E8394-80CD-4699-8413-A56E087E5507}" type="presParOf" srcId="{B21D9457-67BA-46D0-AD8B-A0B16785161D}" destId="{89D24E74-AEA9-4CD9-8A4D-DCFE3E8EB511}" srcOrd="0" destOrd="0" presId="urn:microsoft.com/office/officeart/2005/8/layout/hierarchy3"/>
    <dgm:cxn modelId="{34D3F020-140C-4780-8390-3B9BEEFAEA27}" type="presParOf" srcId="{89D24E74-AEA9-4CD9-8A4D-DCFE3E8EB511}" destId="{DB827DED-70D5-44F7-8DFD-A0BB09323F7B}" srcOrd="0" destOrd="0" presId="urn:microsoft.com/office/officeart/2005/8/layout/hierarchy3"/>
    <dgm:cxn modelId="{DC959B55-0972-44D0-B726-DF7271312866}" type="presParOf" srcId="{DB827DED-70D5-44F7-8DFD-A0BB09323F7B}" destId="{5F28FCF8-7C29-4402-A294-D2929EAD3B70}" srcOrd="0" destOrd="0" presId="urn:microsoft.com/office/officeart/2005/8/layout/hierarchy3"/>
    <dgm:cxn modelId="{64901068-7E6F-4370-919F-294EB050C3A1}" type="presParOf" srcId="{DB827DED-70D5-44F7-8DFD-A0BB09323F7B}" destId="{5D7C1569-1099-412C-B2B9-88A24CC9F120}" srcOrd="1" destOrd="0" presId="urn:microsoft.com/office/officeart/2005/8/layout/hierarchy3"/>
    <dgm:cxn modelId="{EFF5D737-EB57-43DE-8743-88BFDC275B67}" type="presParOf" srcId="{89D24E74-AEA9-4CD9-8A4D-DCFE3E8EB511}" destId="{F67FE77C-A737-45F0-A70E-F354540A5325}" srcOrd="1" destOrd="0" presId="urn:microsoft.com/office/officeart/2005/8/layout/hierarchy3"/>
    <dgm:cxn modelId="{1E24C883-6FEF-4BB8-A913-0A9106D39C3F}" type="presParOf" srcId="{F67FE77C-A737-45F0-A70E-F354540A5325}" destId="{BD6B04DF-81DE-4DEF-9419-90878249D5E1}" srcOrd="0" destOrd="0" presId="urn:microsoft.com/office/officeart/2005/8/layout/hierarchy3"/>
    <dgm:cxn modelId="{DA984453-2297-4C5E-965B-37DED123BB16}" type="presParOf" srcId="{F67FE77C-A737-45F0-A70E-F354540A5325}" destId="{18E56062-B367-460C-BAAD-3804D8953500}" srcOrd="1" destOrd="0" presId="urn:microsoft.com/office/officeart/2005/8/layout/hierarchy3"/>
    <dgm:cxn modelId="{FDE75073-FBFF-430D-A851-289A57B3BE76}" type="presParOf" srcId="{F67FE77C-A737-45F0-A70E-F354540A5325}" destId="{B5D9C319-605D-4EFA-94CC-4723FA330A46}" srcOrd="2" destOrd="0" presId="urn:microsoft.com/office/officeart/2005/8/layout/hierarchy3"/>
    <dgm:cxn modelId="{A1D691C0-B73C-4423-A814-96E9D54A2EDF}" type="presParOf" srcId="{F67FE77C-A737-45F0-A70E-F354540A5325}" destId="{370319A0-C294-4406-B9FA-9A16C2362003}" srcOrd="3" destOrd="0" presId="urn:microsoft.com/office/officeart/2005/8/layout/hierarchy3"/>
    <dgm:cxn modelId="{82F663C4-63B7-476E-88D8-BE384172D025}" type="presParOf" srcId="{F67FE77C-A737-45F0-A70E-F354540A5325}" destId="{15EB3036-D6DE-46DC-86FA-5778EF50A4FC}" srcOrd="4" destOrd="0" presId="urn:microsoft.com/office/officeart/2005/8/layout/hierarchy3"/>
    <dgm:cxn modelId="{AE5E113B-EDE6-45C5-B633-7AC0564B28E8}" type="presParOf" srcId="{F67FE77C-A737-45F0-A70E-F354540A5325}" destId="{48C5E61F-1928-4D3F-9FDC-A82EA49309AF}" srcOrd="5" destOrd="0" presId="urn:microsoft.com/office/officeart/2005/8/layout/hierarchy3"/>
    <dgm:cxn modelId="{CEA5EA51-6836-452B-96D1-53198D684596}" type="presParOf" srcId="{F67FE77C-A737-45F0-A70E-F354540A5325}" destId="{0EEBF726-9F48-42DD-B768-BC9469335BC4}" srcOrd="6" destOrd="0" presId="urn:microsoft.com/office/officeart/2005/8/layout/hierarchy3"/>
    <dgm:cxn modelId="{883B0F96-5D58-4846-82E4-D2B302D0CB4F}" type="presParOf" srcId="{F67FE77C-A737-45F0-A70E-F354540A5325}" destId="{5FBA5AA6-CB15-4C95-8649-0B61820716BE}" srcOrd="7" destOrd="0" presId="urn:microsoft.com/office/officeart/2005/8/layout/hierarchy3"/>
    <dgm:cxn modelId="{1F59FABC-94B6-4AD3-880B-3D3A9ADC1F29}" type="presParOf" srcId="{B21D9457-67BA-46D0-AD8B-A0B16785161D}" destId="{A38FAB8C-6255-4EB5-B6C7-34778347DD78}" srcOrd="1" destOrd="0" presId="urn:microsoft.com/office/officeart/2005/8/layout/hierarchy3"/>
    <dgm:cxn modelId="{C29DFFFD-0FE0-42AA-A25F-F7C2CDCA0EBD}" type="presParOf" srcId="{A38FAB8C-6255-4EB5-B6C7-34778347DD78}" destId="{B2850F33-8B93-42A6-B4E5-D85E52183831}" srcOrd="0" destOrd="0" presId="urn:microsoft.com/office/officeart/2005/8/layout/hierarchy3"/>
    <dgm:cxn modelId="{16A4BC92-5CB0-4EF0-B714-44C0E0A6FE82}" type="presParOf" srcId="{B2850F33-8B93-42A6-B4E5-D85E52183831}" destId="{9AD9174E-F334-4604-BDE1-27D0E5CC87AD}" srcOrd="0" destOrd="0" presId="urn:microsoft.com/office/officeart/2005/8/layout/hierarchy3"/>
    <dgm:cxn modelId="{0E79EEE9-C689-423F-BC4B-FB9FCD928063}" type="presParOf" srcId="{B2850F33-8B93-42A6-B4E5-D85E52183831}" destId="{92CFD1E8-0A09-4F83-8A5D-B825799CC182}" srcOrd="1" destOrd="0" presId="urn:microsoft.com/office/officeart/2005/8/layout/hierarchy3"/>
    <dgm:cxn modelId="{5E453C73-3A6B-43D6-9F5F-02A4A1125251}" type="presParOf" srcId="{A38FAB8C-6255-4EB5-B6C7-34778347DD78}" destId="{9F29B513-4299-4A66-8DF9-676F67691DE6}" srcOrd="1" destOrd="0" presId="urn:microsoft.com/office/officeart/2005/8/layout/hierarchy3"/>
    <dgm:cxn modelId="{40045F50-0428-47BE-A4DD-25E4137951EA}" type="presParOf" srcId="{9F29B513-4299-4A66-8DF9-676F67691DE6}" destId="{4F103749-8594-407B-B3C2-83B9C748B509}" srcOrd="0" destOrd="0" presId="urn:microsoft.com/office/officeart/2005/8/layout/hierarchy3"/>
    <dgm:cxn modelId="{A9D34760-C37A-494B-8AE3-4EBE32043D78}" type="presParOf" srcId="{9F29B513-4299-4A66-8DF9-676F67691DE6}" destId="{FE9E4E52-4EA2-47F4-AAEE-0AF143C8E890}" srcOrd="1" destOrd="0" presId="urn:microsoft.com/office/officeart/2005/8/layout/hierarchy3"/>
    <dgm:cxn modelId="{BB212608-1110-4379-932B-123886B38FB1}" type="presParOf" srcId="{9F29B513-4299-4A66-8DF9-676F67691DE6}" destId="{83C22182-3B02-481D-868C-5D7BDE8751B4}" srcOrd="2" destOrd="0" presId="urn:microsoft.com/office/officeart/2005/8/layout/hierarchy3"/>
    <dgm:cxn modelId="{87BC7154-4F94-4E5F-9E4C-14BD14B70DE7}" type="presParOf" srcId="{9F29B513-4299-4A66-8DF9-676F67691DE6}" destId="{7966C913-CF81-4DAE-B11D-75C3F0FEA758}" srcOrd="3" destOrd="0" presId="urn:microsoft.com/office/officeart/2005/8/layout/hierarchy3"/>
    <dgm:cxn modelId="{98CC21BB-A63C-4620-8917-84A5DF7B962A}" type="presParOf" srcId="{9F29B513-4299-4A66-8DF9-676F67691DE6}" destId="{B9D19B35-A35C-4108-BF91-5EEBC150B025}" srcOrd="4" destOrd="0" presId="urn:microsoft.com/office/officeart/2005/8/layout/hierarchy3"/>
    <dgm:cxn modelId="{962B4C37-B9E2-4383-BDEC-CE6298502603}" type="presParOf" srcId="{9F29B513-4299-4A66-8DF9-676F67691DE6}" destId="{D789C28B-5BDF-40C3-A2D0-D2A70682C45A}" srcOrd="5" destOrd="0" presId="urn:microsoft.com/office/officeart/2005/8/layout/hierarchy3"/>
    <dgm:cxn modelId="{FA77E197-81E1-490B-ABFE-1DBD9B77B273}" type="presParOf" srcId="{9F29B513-4299-4A66-8DF9-676F67691DE6}" destId="{E1401603-D8F4-40E6-A76D-6C8B6168459C}" srcOrd="6" destOrd="0" presId="urn:microsoft.com/office/officeart/2005/8/layout/hierarchy3"/>
    <dgm:cxn modelId="{D44EC699-FED4-45EC-8CB3-D0714D98B526}" type="presParOf" srcId="{9F29B513-4299-4A66-8DF9-676F67691DE6}" destId="{9C4A6B51-6EED-4299-BE58-5A491BA818F0}" srcOrd="7" destOrd="0" presId="urn:microsoft.com/office/officeart/2005/8/layout/hierarchy3"/>
    <dgm:cxn modelId="{60498690-FEB6-47D5-B99B-425D06995289}" type="presParOf" srcId="{9F29B513-4299-4A66-8DF9-676F67691DE6}" destId="{A562886C-6EB1-4DC6-8429-F5C703544F5B}" srcOrd="8" destOrd="0" presId="urn:microsoft.com/office/officeart/2005/8/layout/hierarchy3"/>
    <dgm:cxn modelId="{67B4A2CF-9805-4B44-A2B1-E6B8D98EBB56}" type="presParOf" srcId="{9F29B513-4299-4A66-8DF9-676F67691DE6}" destId="{375ED9C2-581F-44DB-A245-BCBA1DA0A5E9}" srcOrd="9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4DEF8A-390B-4894-B82F-2D66E82B2F40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EB75E12-9DFD-4AEA-A364-DD8BB095E224}">
      <dgm:prSet phldrT="[Text]" custT="1"/>
      <dgm:spPr/>
      <dgm:t>
        <a:bodyPr/>
        <a:lstStyle/>
        <a:p>
          <a:r>
            <a:rPr lang="en-IN" sz="2000" dirty="0">
              <a:latin typeface="+mj-lt"/>
            </a:rPr>
            <a:t>Element-by-element Assembly Approach</a:t>
          </a:r>
        </a:p>
      </dgm:t>
    </dgm:pt>
    <dgm:pt modelId="{526ABF03-1F77-4BA6-97B4-B48132CB742A}" type="parTrans" cxnId="{D1CC2302-981F-4D1F-ACFD-7AD00627FB65}">
      <dgm:prSet/>
      <dgm:spPr/>
      <dgm:t>
        <a:bodyPr/>
        <a:lstStyle/>
        <a:p>
          <a:endParaRPr lang="en-IN"/>
        </a:p>
      </dgm:t>
    </dgm:pt>
    <dgm:pt modelId="{58A66E5E-A081-4223-BF73-1E9830682140}" type="sibTrans" cxnId="{D1CC2302-981F-4D1F-ACFD-7AD00627FB65}">
      <dgm:prSet/>
      <dgm:spPr/>
      <dgm:t>
        <a:bodyPr/>
        <a:lstStyle/>
        <a:p>
          <a:endParaRPr lang="en-IN"/>
        </a:p>
      </dgm:t>
    </dgm:pt>
    <dgm:pt modelId="{917C6E47-1BFA-4880-91D4-A76503517541}">
      <dgm:prSet phldrT="[Text]"/>
      <dgm:spPr>
        <a:blipFill>
          <a:blip xmlns:r="http://schemas.openxmlformats.org/officeDocument/2006/relationships" r:embed="rId1"/>
          <a:stretch>
            <a:fillRect l="-889" t="-1170" r="-2667" b="-4094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F6746B83-FD59-4E64-8567-DD7886229896}" type="parTrans" cxnId="{82827BFB-4F28-475B-80F2-844C3FDB3F13}">
      <dgm:prSet/>
      <dgm:spPr/>
      <dgm:t>
        <a:bodyPr/>
        <a:lstStyle/>
        <a:p>
          <a:endParaRPr lang="en-IN"/>
        </a:p>
      </dgm:t>
    </dgm:pt>
    <dgm:pt modelId="{4FA41F38-602F-4863-9973-6AB42A53BB02}" type="sibTrans" cxnId="{82827BFB-4F28-475B-80F2-844C3FDB3F13}">
      <dgm:prSet/>
      <dgm:spPr/>
      <dgm:t>
        <a:bodyPr/>
        <a:lstStyle/>
        <a:p>
          <a:endParaRPr lang="en-IN"/>
        </a:p>
      </dgm:t>
    </dgm:pt>
    <dgm:pt modelId="{B0F3133E-EC64-4C07-9E38-E0D6181AE97A}">
      <dgm:prSet phldrT="[Text]"/>
      <dgm:spPr/>
      <dgm:t>
        <a:bodyPr/>
        <a:lstStyle/>
        <a:p>
          <a:r>
            <a:rPr lang="en-IN" dirty="0">
              <a:latin typeface="+mj-lt"/>
            </a:rPr>
            <a:t>All operations can be parallelized at the element level</a:t>
          </a:r>
        </a:p>
      </dgm:t>
    </dgm:pt>
    <dgm:pt modelId="{6E3A2134-3457-4AB0-94F4-25E132BF1C9D}" type="parTrans" cxnId="{BE193ECB-A974-4E05-BD1A-88FF1085DB3C}">
      <dgm:prSet/>
      <dgm:spPr/>
      <dgm:t>
        <a:bodyPr/>
        <a:lstStyle/>
        <a:p>
          <a:endParaRPr lang="en-IN"/>
        </a:p>
      </dgm:t>
    </dgm:pt>
    <dgm:pt modelId="{153F3160-9EA6-4F32-8A48-E3372032BA66}" type="sibTrans" cxnId="{BE193ECB-A974-4E05-BD1A-88FF1085DB3C}">
      <dgm:prSet/>
      <dgm:spPr/>
      <dgm:t>
        <a:bodyPr/>
        <a:lstStyle/>
        <a:p>
          <a:endParaRPr lang="en-IN"/>
        </a:p>
      </dgm:t>
    </dgm:pt>
    <dgm:pt modelId="{4FAECED0-1973-45D8-884A-AC576574D855}">
      <dgm:prSet phldrT="[Text]" custT="1"/>
      <dgm:spPr/>
      <dgm:t>
        <a:bodyPr/>
        <a:lstStyle/>
        <a:p>
          <a:r>
            <a:rPr lang="en-IN" sz="2000" dirty="0">
              <a:latin typeface="+mj-lt"/>
            </a:rPr>
            <a:t>Global Assembly Approach </a:t>
          </a:r>
        </a:p>
      </dgm:t>
    </dgm:pt>
    <dgm:pt modelId="{94EFAD53-2B6F-4BE8-A52C-AC6B817039A0}" type="parTrans" cxnId="{186F4D9A-20C1-4870-B74C-AC3B37FFFFEE}">
      <dgm:prSet/>
      <dgm:spPr/>
      <dgm:t>
        <a:bodyPr/>
        <a:lstStyle/>
        <a:p>
          <a:endParaRPr lang="en-IN"/>
        </a:p>
      </dgm:t>
    </dgm:pt>
    <dgm:pt modelId="{9505403E-630B-4E83-8AA8-13994D909DEC}" type="sibTrans" cxnId="{186F4D9A-20C1-4870-B74C-AC3B37FFFFEE}">
      <dgm:prSet/>
      <dgm:spPr/>
      <dgm:t>
        <a:bodyPr/>
        <a:lstStyle/>
        <a:p>
          <a:endParaRPr lang="en-IN"/>
        </a:p>
      </dgm:t>
    </dgm:pt>
    <dgm:pt modelId="{2263653E-84BE-4031-BF47-A1AB077AD40C}">
      <dgm:prSet phldrT="[Text]"/>
      <dgm:spPr/>
      <dgm:t>
        <a:bodyPr/>
        <a:lstStyle/>
        <a:p>
          <a:r>
            <a:rPr lang="en-IN" dirty="0">
              <a:latin typeface="+mj-lt"/>
            </a:rPr>
            <a:t>Global Matrix is formed in CSR format</a:t>
          </a:r>
        </a:p>
      </dgm:t>
    </dgm:pt>
    <dgm:pt modelId="{015BC341-C7DB-40D3-803D-4736F93663E4}" type="parTrans" cxnId="{C2449D52-98B5-49A7-A5EB-AFF247F40F6C}">
      <dgm:prSet/>
      <dgm:spPr/>
      <dgm:t>
        <a:bodyPr/>
        <a:lstStyle/>
        <a:p>
          <a:endParaRPr lang="en-IN"/>
        </a:p>
      </dgm:t>
    </dgm:pt>
    <dgm:pt modelId="{314A65AA-3FAF-47CD-A438-F68301AD5C97}" type="sibTrans" cxnId="{C2449D52-98B5-49A7-A5EB-AFF247F40F6C}">
      <dgm:prSet/>
      <dgm:spPr/>
      <dgm:t>
        <a:bodyPr/>
        <a:lstStyle/>
        <a:p>
          <a:endParaRPr lang="en-IN"/>
        </a:p>
      </dgm:t>
    </dgm:pt>
    <dgm:pt modelId="{836BCFEB-04BF-4724-AAF5-D65F79796406}">
      <dgm:prSet phldrT="[Text]"/>
      <dgm:spPr/>
      <dgm:t>
        <a:bodyPr/>
        <a:lstStyle/>
        <a:p>
          <a:r>
            <a:rPr lang="en-IN" dirty="0">
              <a:latin typeface="+mj-lt"/>
            </a:rPr>
            <a:t>Can use multiple preconditioners and solvers; many numerical libraries are available</a:t>
          </a:r>
        </a:p>
      </dgm:t>
    </dgm:pt>
    <dgm:pt modelId="{77A90AE4-DA8C-46D7-8083-BBAED56B544E}" type="parTrans" cxnId="{F02BB5A4-4F24-4FE7-BA43-581EBB03F111}">
      <dgm:prSet/>
      <dgm:spPr/>
      <dgm:t>
        <a:bodyPr/>
        <a:lstStyle/>
        <a:p>
          <a:endParaRPr lang="en-IN"/>
        </a:p>
      </dgm:t>
    </dgm:pt>
    <dgm:pt modelId="{A098F914-3658-41F2-BEAB-9415B83FE86A}" type="sibTrans" cxnId="{F02BB5A4-4F24-4FE7-BA43-581EBB03F111}">
      <dgm:prSet/>
      <dgm:spPr/>
      <dgm:t>
        <a:bodyPr/>
        <a:lstStyle/>
        <a:p>
          <a:endParaRPr lang="en-IN"/>
        </a:p>
      </dgm:t>
    </dgm:pt>
    <dgm:pt modelId="{3B416ECA-94EC-40E2-BA64-62E6CC69970F}">
      <dgm:prSet/>
      <dgm:spPr/>
      <dgm:t>
        <a:bodyPr/>
        <a:lstStyle/>
        <a:p>
          <a:r>
            <a:rPr lang="en-IN" dirty="0">
              <a:latin typeface="+mj-lt"/>
            </a:rPr>
            <a:t>Only Jacobi preconditioner can be easily applied</a:t>
          </a:r>
        </a:p>
      </dgm:t>
    </dgm:pt>
    <dgm:pt modelId="{9B7AD76B-5C0A-4490-AD2D-DC86705608C1}" type="parTrans" cxnId="{75DBAC38-62E8-4324-8407-1B8B2A1A51F6}">
      <dgm:prSet/>
      <dgm:spPr/>
      <dgm:t>
        <a:bodyPr/>
        <a:lstStyle/>
        <a:p>
          <a:endParaRPr lang="en-IN"/>
        </a:p>
      </dgm:t>
    </dgm:pt>
    <dgm:pt modelId="{C3E7FF4F-4299-4F5F-B7D1-906A154C0543}" type="sibTrans" cxnId="{75DBAC38-62E8-4324-8407-1B8B2A1A51F6}">
      <dgm:prSet/>
      <dgm:spPr/>
      <dgm:t>
        <a:bodyPr/>
        <a:lstStyle/>
        <a:p>
          <a:endParaRPr lang="en-IN"/>
        </a:p>
      </dgm:t>
    </dgm:pt>
    <dgm:pt modelId="{CA23882A-B21E-415A-B7C8-0BAEFC665E41}">
      <dgm:prSet/>
      <dgm:spPr/>
      <dgm:t>
        <a:bodyPr/>
        <a:lstStyle/>
        <a:p>
          <a:r>
            <a:rPr lang="en-IN" dirty="0">
              <a:latin typeface="+mj-lt"/>
            </a:rPr>
            <a:t>Repetitive Assembly operations for the matrix-vector product for each iteration of each timestep </a:t>
          </a:r>
        </a:p>
      </dgm:t>
    </dgm:pt>
    <dgm:pt modelId="{ADA4AF33-C7D7-4F1A-82EC-CBB0F4794A33}" type="parTrans" cxnId="{504224ED-1161-46EE-9F0C-B61CCF264453}">
      <dgm:prSet/>
      <dgm:spPr/>
      <dgm:t>
        <a:bodyPr/>
        <a:lstStyle/>
        <a:p>
          <a:endParaRPr lang="en-IN"/>
        </a:p>
      </dgm:t>
    </dgm:pt>
    <dgm:pt modelId="{A564C74A-15C6-4CCC-8109-60A6FA3A8627}" type="sibTrans" cxnId="{504224ED-1161-46EE-9F0C-B61CCF264453}">
      <dgm:prSet/>
      <dgm:spPr/>
      <dgm:t>
        <a:bodyPr/>
        <a:lstStyle/>
        <a:p>
          <a:endParaRPr lang="en-IN"/>
        </a:p>
      </dgm:t>
    </dgm:pt>
    <dgm:pt modelId="{5533C6CA-990C-4695-BA63-943FABEC285B}">
      <dgm:prSet/>
      <dgm:spPr/>
      <dgm:t>
        <a:bodyPr/>
        <a:lstStyle/>
        <a:p>
          <a:r>
            <a:rPr lang="en-IN" dirty="0">
              <a:latin typeface="+mj-lt"/>
            </a:rPr>
            <a:t>Many commercial library Solvers</a:t>
          </a:r>
        </a:p>
      </dgm:t>
    </dgm:pt>
    <dgm:pt modelId="{4300FF65-9514-4671-AC0B-A94078CC0D9F}" type="parTrans" cxnId="{1CFBD81E-E484-4361-B318-F8520360C8B7}">
      <dgm:prSet/>
      <dgm:spPr/>
      <dgm:t>
        <a:bodyPr/>
        <a:lstStyle/>
        <a:p>
          <a:endParaRPr lang="en-IN"/>
        </a:p>
      </dgm:t>
    </dgm:pt>
    <dgm:pt modelId="{D12022A3-EBA1-4C25-85EC-BAB9FFBD4531}" type="sibTrans" cxnId="{1CFBD81E-E484-4361-B318-F8520360C8B7}">
      <dgm:prSet/>
      <dgm:spPr/>
      <dgm:t>
        <a:bodyPr/>
        <a:lstStyle/>
        <a:p>
          <a:endParaRPr lang="en-IN"/>
        </a:p>
      </dgm:t>
    </dgm:pt>
    <dgm:pt modelId="{3C1CA263-4EFB-4EF7-9F70-8EADF407AB0D}">
      <dgm:prSet/>
      <dgm:spPr/>
      <dgm:t>
        <a:bodyPr/>
        <a:lstStyle/>
        <a:p>
          <a:r>
            <a:rPr lang="en-IN" dirty="0">
              <a:latin typeface="+mj-lt"/>
            </a:rPr>
            <a:t>Single-assembly operation</a:t>
          </a:r>
        </a:p>
      </dgm:t>
    </dgm:pt>
    <dgm:pt modelId="{28BAD5D6-D51C-4E9F-AEB1-AC7F99967C74}" type="parTrans" cxnId="{8E43C4FE-9888-44D0-BC46-DDDD207FFB53}">
      <dgm:prSet/>
      <dgm:spPr/>
      <dgm:t>
        <a:bodyPr/>
        <a:lstStyle/>
        <a:p>
          <a:endParaRPr lang="en-IN"/>
        </a:p>
      </dgm:t>
    </dgm:pt>
    <dgm:pt modelId="{EDE00238-66AA-42D1-BFC2-3FE9518F366E}" type="sibTrans" cxnId="{8E43C4FE-9888-44D0-BC46-DDDD207FFB53}">
      <dgm:prSet/>
      <dgm:spPr/>
      <dgm:t>
        <a:bodyPr/>
        <a:lstStyle/>
        <a:p>
          <a:endParaRPr lang="en-IN"/>
        </a:p>
      </dgm:t>
    </dgm:pt>
    <dgm:pt modelId="{9CB8212C-F2BF-4A83-82EF-9F23655CA7D4}">
      <dgm:prSet/>
      <dgm:spPr/>
      <dgm:t>
        <a:bodyPr/>
        <a:lstStyle/>
        <a:p>
          <a:r>
            <a:rPr lang="en-IN" dirty="0">
              <a:latin typeface="+mj-lt"/>
            </a:rPr>
            <a:t>Absence of element-level parallelization </a:t>
          </a:r>
        </a:p>
      </dgm:t>
    </dgm:pt>
    <dgm:pt modelId="{687A4DFF-25A0-4AF3-BD5D-B34E5AFA81F9}" type="parTrans" cxnId="{CE803770-B75E-40F6-8342-FE3755F954F7}">
      <dgm:prSet/>
      <dgm:spPr/>
      <dgm:t>
        <a:bodyPr/>
        <a:lstStyle/>
        <a:p>
          <a:endParaRPr lang="en-IN"/>
        </a:p>
      </dgm:t>
    </dgm:pt>
    <dgm:pt modelId="{59A8FABB-1985-4AB3-9AE1-EE18CCA75507}" type="sibTrans" cxnId="{CE803770-B75E-40F6-8342-FE3755F954F7}">
      <dgm:prSet/>
      <dgm:spPr/>
      <dgm:t>
        <a:bodyPr/>
        <a:lstStyle/>
        <a:p>
          <a:endParaRPr lang="en-IN"/>
        </a:p>
      </dgm:t>
    </dgm:pt>
    <dgm:pt modelId="{B21D9457-67BA-46D0-AD8B-A0B16785161D}" type="pres">
      <dgm:prSet presAssocID="{B44DEF8A-390B-4894-B82F-2D66E82B2F4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9D24E74-AEA9-4CD9-8A4D-DCFE3E8EB511}" type="pres">
      <dgm:prSet presAssocID="{8EB75E12-9DFD-4AEA-A364-DD8BB095E224}" presName="root" presStyleCnt="0"/>
      <dgm:spPr/>
    </dgm:pt>
    <dgm:pt modelId="{DB827DED-70D5-44F7-8DFD-A0BB09323F7B}" type="pres">
      <dgm:prSet presAssocID="{8EB75E12-9DFD-4AEA-A364-DD8BB095E224}" presName="rootComposite" presStyleCnt="0"/>
      <dgm:spPr/>
    </dgm:pt>
    <dgm:pt modelId="{5F28FCF8-7C29-4402-A294-D2929EAD3B70}" type="pres">
      <dgm:prSet presAssocID="{8EB75E12-9DFD-4AEA-A364-DD8BB095E224}" presName="rootText" presStyleLbl="node1" presStyleIdx="0" presStyleCnt="2" custScaleX="149082" custScaleY="74746" custLinFactNeighborX="-85881" custLinFactNeighborY="914"/>
      <dgm:spPr/>
    </dgm:pt>
    <dgm:pt modelId="{5D7C1569-1099-412C-B2B9-88A24CC9F120}" type="pres">
      <dgm:prSet presAssocID="{8EB75E12-9DFD-4AEA-A364-DD8BB095E224}" presName="rootConnector" presStyleLbl="node1" presStyleIdx="0" presStyleCnt="2"/>
      <dgm:spPr/>
    </dgm:pt>
    <dgm:pt modelId="{F67FE77C-A737-45F0-A70E-F354540A5325}" type="pres">
      <dgm:prSet presAssocID="{8EB75E12-9DFD-4AEA-A364-DD8BB095E224}" presName="childShape" presStyleCnt="0"/>
      <dgm:spPr/>
    </dgm:pt>
    <dgm:pt modelId="{BD6B04DF-81DE-4DEF-9419-90878249D5E1}" type="pres">
      <dgm:prSet presAssocID="{F6746B83-FD59-4E64-8567-DD7886229896}" presName="Name13" presStyleLbl="parChTrans1D2" presStyleIdx="0" presStyleCnt="9"/>
      <dgm:spPr/>
    </dgm:pt>
    <dgm:pt modelId="{18E56062-B367-460C-BAAD-3804D8953500}" type="pres">
      <dgm:prSet presAssocID="{917C6E47-1BFA-4880-91D4-A76503517541}" presName="childText" presStyleLbl="bgAcc1" presStyleIdx="0" presStyleCnt="9" custScaleX="165617">
        <dgm:presLayoutVars>
          <dgm:bulletEnabled val="1"/>
        </dgm:presLayoutVars>
      </dgm:prSet>
      <dgm:spPr/>
    </dgm:pt>
    <dgm:pt modelId="{B5D9C319-605D-4EFA-94CC-4723FA330A46}" type="pres">
      <dgm:prSet presAssocID="{6E3A2134-3457-4AB0-94F4-25E132BF1C9D}" presName="Name13" presStyleLbl="parChTrans1D2" presStyleIdx="1" presStyleCnt="9"/>
      <dgm:spPr/>
    </dgm:pt>
    <dgm:pt modelId="{370319A0-C294-4406-B9FA-9A16C2362003}" type="pres">
      <dgm:prSet presAssocID="{B0F3133E-EC64-4C07-9E38-E0D6181AE97A}" presName="childText" presStyleLbl="bgAcc1" presStyleIdx="1" presStyleCnt="9" custScaleX="165304" custScaleY="75899">
        <dgm:presLayoutVars>
          <dgm:bulletEnabled val="1"/>
        </dgm:presLayoutVars>
      </dgm:prSet>
      <dgm:spPr/>
    </dgm:pt>
    <dgm:pt modelId="{15EB3036-D6DE-46DC-86FA-5778EF50A4FC}" type="pres">
      <dgm:prSet presAssocID="{9B7AD76B-5C0A-4490-AD2D-DC86705608C1}" presName="Name13" presStyleLbl="parChTrans1D2" presStyleIdx="2" presStyleCnt="9"/>
      <dgm:spPr/>
    </dgm:pt>
    <dgm:pt modelId="{48C5E61F-1928-4D3F-9FDC-A82EA49309AF}" type="pres">
      <dgm:prSet presAssocID="{3B416ECA-94EC-40E2-BA64-62E6CC69970F}" presName="childText" presStyleLbl="bgAcc1" presStyleIdx="2" presStyleCnt="9" custScaleX="160619" custScaleY="54061">
        <dgm:presLayoutVars>
          <dgm:bulletEnabled val="1"/>
        </dgm:presLayoutVars>
      </dgm:prSet>
      <dgm:spPr/>
    </dgm:pt>
    <dgm:pt modelId="{0EEBF726-9F48-42DD-B768-BC9469335BC4}" type="pres">
      <dgm:prSet presAssocID="{ADA4AF33-C7D7-4F1A-82EC-CBB0F4794A33}" presName="Name13" presStyleLbl="parChTrans1D2" presStyleIdx="3" presStyleCnt="9"/>
      <dgm:spPr/>
    </dgm:pt>
    <dgm:pt modelId="{5FBA5AA6-CB15-4C95-8649-0B61820716BE}" type="pres">
      <dgm:prSet presAssocID="{CA23882A-B21E-415A-B7C8-0BAEFC665E41}" presName="childText" presStyleLbl="bgAcc1" presStyleIdx="3" presStyleCnt="9" custScaleX="161788" custScaleY="60522">
        <dgm:presLayoutVars>
          <dgm:bulletEnabled val="1"/>
        </dgm:presLayoutVars>
      </dgm:prSet>
      <dgm:spPr/>
    </dgm:pt>
    <dgm:pt modelId="{A38FAB8C-6255-4EB5-B6C7-34778347DD78}" type="pres">
      <dgm:prSet presAssocID="{4FAECED0-1973-45D8-884A-AC576574D855}" presName="root" presStyleCnt="0"/>
      <dgm:spPr/>
    </dgm:pt>
    <dgm:pt modelId="{B2850F33-8B93-42A6-B4E5-D85E52183831}" type="pres">
      <dgm:prSet presAssocID="{4FAECED0-1973-45D8-884A-AC576574D855}" presName="rootComposite" presStyleCnt="0"/>
      <dgm:spPr/>
    </dgm:pt>
    <dgm:pt modelId="{9AD9174E-F334-4604-BDE1-27D0E5CC87AD}" type="pres">
      <dgm:prSet presAssocID="{4FAECED0-1973-45D8-884A-AC576574D855}" presName="rootText" presStyleLbl="node1" presStyleIdx="1" presStyleCnt="2" custScaleX="152553" custScaleY="70570"/>
      <dgm:spPr/>
    </dgm:pt>
    <dgm:pt modelId="{92CFD1E8-0A09-4F83-8A5D-B825799CC182}" type="pres">
      <dgm:prSet presAssocID="{4FAECED0-1973-45D8-884A-AC576574D855}" presName="rootConnector" presStyleLbl="node1" presStyleIdx="1" presStyleCnt="2"/>
      <dgm:spPr/>
    </dgm:pt>
    <dgm:pt modelId="{9F29B513-4299-4A66-8DF9-676F67691DE6}" type="pres">
      <dgm:prSet presAssocID="{4FAECED0-1973-45D8-884A-AC576574D855}" presName="childShape" presStyleCnt="0"/>
      <dgm:spPr/>
    </dgm:pt>
    <dgm:pt modelId="{4F103749-8594-407B-B3C2-83B9C748B509}" type="pres">
      <dgm:prSet presAssocID="{015BC341-C7DB-40D3-803D-4736F93663E4}" presName="Name13" presStyleLbl="parChTrans1D2" presStyleIdx="4" presStyleCnt="9"/>
      <dgm:spPr/>
    </dgm:pt>
    <dgm:pt modelId="{FE9E4E52-4EA2-47F4-AAEE-0AF143C8E890}" type="pres">
      <dgm:prSet presAssocID="{2263653E-84BE-4031-BF47-A1AB077AD40C}" presName="childText" presStyleLbl="bgAcc1" presStyleIdx="4" presStyleCnt="9" custScaleX="160907" custScaleY="61706">
        <dgm:presLayoutVars>
          <dgm:bulletEnabled val="1"/>
        </dgm:presLayoutVars>
      </dgm:prSet>
      <dgm:spPr/>
    </dgm:pt>
    <dgm:pt modelId="{83C22182-3B02-481D-868C-5D7BDE8751B4}" type="pres">
      <dgm:prSet presAssocID="{77A90AE4-DA8C-46D7-8083-BBAED56B544E}" presName="Name13" presStyleLbl="parChTrans1D2" presStyleIdx="5" presStyleCnt="9"/>
      <dgm:spPr/>
    </dgm:pt>
    <dgm:pt modelId="{7966C913-CF81-4DAE-B11D-75C3F0FEA758}" type="pres">
      <dgm:prSet presAssocID="{836BCFEB-04BF-4724-AAF5-D65F79796406}" presName="childText" presStyleLbl="bgAcc1" presStyleIdx="5" presStyleCnt="9" custScaleX="155044" custScaleY="75314">
        <dgm:presLayoutVars>
          <dgm:bulletEnabled val="1"/>
        </dgm:presLayoutVars>
      </dgm:prSet>
      <dgm:spPr/>
    </dgm:pt>
    <dgm:pt modelId="{B9D19B35-A35C-4108-BF91-5EEBC150B025}" type="pres">
      <dgm:prSet presAssocID="{4300FF65-9514-4671-AC0B-A94078CC0D9F}" presName="Name13" presStyleLbl="parChTrans1D2" presStyleIdx="6" presStyleCnt="9"/>
      <dgm:spPr/>
    </dgm:pt>
    <dgm:pt modelId="{D789C28B-5BDF-40C3-A2D0-D2A70682C45A}" type="pres">
      <dgm:prSet presAssocID="{5533C6CA-990C-4695-BA63-943FABEC285B}" presName="childText" presStyleLbl="bgAcc1" presStyleIdx="6" presStyleCnt="9" custScaleX="152919" custScaleY="47343">
        <dgm:presLayoutVars>
          <dgm:bulletEnabled val="1"/>
        </dgm:presLayoutVars>
      </dgm:prSet>
      <dgm:spPr/>
    </dgm:pt>
    <dgm:pt modelId="{E1401603-D8F4-40E6-A76D-6C8B6168459C}" type="pres">
      <dgm:prSet presAssocID="{28BAD5D6-D51C-4E9F-AEB1-AC7F99967C74}" presName="Name13" presStyleLbl="parChTrans1D2" presStyleIdx="7" presStyleCnt="9"/>
      <dgm:spPr/>
    </dgm:pt>
    <dgm:pt modelId="{9C4A6B51-6EED-4299-BE58-5A491BA818F0}" type="pres">
      <dgm:prSet presAssocID="{3C1CA263-4EFB-4EF7-9F70-8EADF407AB0D}" presName="childText" presStyleLbl="bgAcc1" presStyleIdx="7" presStyleCnt="9" custScaleX="152479" custScaleY="43157">
        <dgm:presLayoutVars>
          <dgm:bulletEnabled val="1"/>
        </dgm:presLayoutVars>
      </dgm:prSet>
      <dgm:spPr/>
    </dgm:pt>
    <dgm:pt modelId="{A562886C-6EB1-4DC6-8429-F5C703544F5B}" type="pres">
      <dgm:prSet presAssocID="{687A4DFF-25A0-4AF3-BD5D-B34E5AFA81F9}" presName="Name13" presStyleLbl="parChTrans1D2" presStyleIdx="8" presStyleCnt="9"/>
      <dgm:spPr/>
    </dgm:pt>
    <dgm:pt modelId="{375ED9C2-581F-44DB-A245-BCBA1DA0A5E9}" type="pres">
      <dgm:prSet presAssocID="{9CB8212C-F2BF-4A83-82EF-9F23655CA7D4}" presName="childText" presStyleLbl="bgAcc1" presStyleIdx="8" presStyleCnt="9" custScaleX="153102" custScaleY="40653">
        <dgm:presLayoutVars>
          <dgm:bulletEnabled val="1"/>
        </dgm:presLayoutVars>
      </dgm:prSet>
      <dgm:spPr/>
    </dgm:pt>
  </dgm:ptLst>
  <dgm:cxnLst>
    <dgm:cxn modelId="{D1CC2302-981F-4D1F-ACFD-7AD00627FB65}" srcId="{B44DEF8A-390B-4894-B82F-2D66E82B2F40}" destId="{8EB75E12-9DFD-4AEA-A364-DD8BB095E224}" srcOrd="0" destOrd="0" parTransId="{526ABF03-1F77-4BA6-97B4-B48132CB742A}" sibTransId="{58A66E5E-A081-4223-BF73-1E9830682140}"/>
    <dgm:cxn modelId="{EE56F115-E71F-477D-8791-94FACA371A96}" type="presOf" srcId="{6E3A2134-3457-4AB0-94F4-25E132BF1C9D}" destId="{B5D9C319-605D-4EFA-94CC-4723FA330A46}" srcOrd="0" destOrd="0" presId="urn:microsoft.com/office/officeart/2005/8/layout/hierarchy3"/>
    <dgm:cxn modelId="{1CFBD81E-E484-4361-B318-F8520360C8B7}" srcId="{4FAECED0-1973-45D8-884A-AC576574D855}" destId="{5533C6CA-990C-4695-BA63-943FABEC285B}" srcOrd="2" destOrd="0" parTransId="{4300FF65-9514-4671-AC0B-A94078CC0D9F}" sibTransId="{D12022A3-EBA1-4C25-85EC-BAB9FFBD4531}"/>
    <dgm:cxn modelId="{A83A3022-CBB5-4B19-B2E2-899558922F51}" type="presOf" srcId="{687A4DFF-25A0-4AF3-BD5D-B34E5AFA81F9}" destId="{A562886C-6EB1-4DC6-8429-F5C703544F5B}" srcOrd="0" destOrd="0" presId="urn:microsoft.com/office/officeart/2005/8/layout/hierarchy3"/>
    <dgm:cxn modelId="{8BA2CB23-33FE-4896-A2A4-A619205315D0}" type="presOf" srcId="{5533C6CA-990C-4695-BA63-943FABEC285B}" destId="{D789C28B-5BDF-40C3-A2D0-D2A70682C45A}" srcOrd="0" destOrd="0" presId="urn:microsoft.com/office/officeart/2005/8/layout/hierarchy3"/>
    <dgm:cxn modelId="{0AA12F27-D519-407B-AD59-C82A684F0589}" type="presOf" srcId="{9CB8212C-F2BF-4A83-82EF-9F23655CA7D4}" destId="{375ED9C2-581F-44DB-A245-BCBA1DA0A5E9}" srcOrd="0" destOrd="0" presId="urn:microsoft.com/office/officeart/2005/8/layout/hierarchy3"/>
    <dgm:cxn modelId="{FC7B762C-7148-4D8E-B9EF-F1997DEA9C38}" type="presOf" srcId="{2263653E-84BE-4031-BF47-A1AB077AD40C}" destId="{FE9E4E52-4EA2-47F4-AAEE-0AF143C8E890}" srcOrd="0" destOrd="0" presId="urn:microsoft.com/office/officeart/2005/8/layout/hierarchy3"/>
    <dgm:cxn modelId="{E715D330-FE5A-47C5-AAD2-1AE9ABADB5F9}" type="presOf" srcId="{8EB75E12-9DFD-4AEA-A364-DD8BB095E224}" destId="{5D7C1569-1099-412C-B2B9-88A24CC9F120}" srcOrd="1" destOrd="0" presId="urn:microsoft.com/office/officeart/2005/8/layout/hierarchy3"/>
    <dgm:cxn modelId="{75DBAC38-62E8-4324-8407-1B8B2A1A51F6}" srcId="{8EB75E12-9DFD-4AEA-A364-DD8BB095E224}" destId="{3B416ECA-94EC-40E2-BA64-62E6CC69970F}" srcOrd="2" destOrd="0" parTransId="{9B7AD76B-5C0A-4490-AD2D-DC86705608C1}" sibTransId="{C3E7FF4F-4299-4F5F-B7D1-906A154C0543}"/>
    <dgm:cxn modelId="{6B51C839-0313-4E6B-A11B-B47B86504306}" type="presOf" srcId="{4300FF65-9514-4671-AC0B-A94078CC0D9F}" destId="{B9D19B35-A35C-4108-BF91-5EEBC150B025}" srcOrd="0" destOrd="0" presId="urn:microsoft.com/office/officeart/2005/8/layout/hierarchy3"/>
    <dgm:cxn modelId="{19357D5B-2749-498E-90A1-51F8573FCB3A}" type="presOf" srcId="{3C1CA263-4EFB-4EF7-9F70-8EADF407AB0D}" destId="{9C4A6B51-6EED-4299-BE58-5A491BA818F0}" srcOrd="0" destOrd="0" presId="urn:microsoft.com/office/officeart/2005/8/layout/hierarchy3"/>
    <dgm:cxn modelId="{A2E0905F-A5C1-46BC-8D66-751EE176895A}" type="presOf" srcId="{28BAD5D6-D51C-4E9F-AEB1-AC7F99967C74}" destId="{E1401603-D8F4-40E6-A76D-6C8B6168459C}" srcOrd="0" destOrd="0" presId="urn:microsoft.com/office/officeart/2005/8/layout/hierarchy3"/>
    <dgm:cxn modelId="{A1D27B43-000E-4F0D-84B5-3C51820CA887}" type="presOf" srcId="{015BC341-C7DB-40D3-803D-4736F93663E4}" destId="{4F103749-8594-407B-B3C2-83B9C748B509}" srcOrd="0" destOrd="0" presId="urn:microsoft.com/office/officeart/2005/8/layout/hierarchy3"/>
    <dgm:cxn modelId="{490F434A-C2FF-4038-A2A6-E12750DA11F8}" type="presOf" srcId="{4FAECED0-1973-45D8-884A-AC576574D855}" destId="{92CFD1E8-0A09-4F83-8A5D-B825799CC182}" srcOrd="1" destOrd="0" presId="urn:microsoft.com/office/officeart/2005/8/layout/hierarchy3"/>
    <dgm:cxn modelId="{37598A4D-AE8B-446B-8EB6-21A2EE935E03}" type="presOf" srcId="{ADA4AF33-C7D7-4F1A-82EC-CBB0F4794A33}" destId="{0EEBF726-9F48-42DD-B768-BC9469335BC4}" srcOrd="0" destOrd="0" presId="urn:microsoft.com/office/officeart/2005/8/layout/hierarchy3"/>
    <dgm:cxn modelId="{CE803770-B75E-40F6-8342-FE3755F954F7}" srcId="{4FAECED0-1973-45D8-884A-AC576574D855}" destId="{9CB8212C-F2BF-4A83-82EF-9F23655CA7D4}" srcOrd="4" destOrd="0" parTransId="{687A4DFF-25A0-4AF3-BD5D-B34E5AFA81F9}" sibTransId="{59A8FABB-1985-4AB3-9AE1-EE18CCA75507}"/>
    <dgm:cxn modelId="{83788471-9DE0-4981-932B-F0D1160BA394}" type="presOf" srcId="{4FAECED0-1973-45D8-884A-AC576574D855}" destId="{9AD9174E-F334-4604-BDE1-27D0E5CC87AD}" srcOrd="0" destOrd="0" presId="urn:microsoft.com/office/officeart/2005/8/layout/hierarchy3"/>
    <dgm:cxn modelId="{AE2FAC51-D754-4667-B819-D2E47FB64D13}" type="presOf" srcId="{B44DEF8A-390B-4894-B82F-2D66E82B2F40}" destId="{B21D9457-67BA-46D0-AD8B-A0B16785161D}" srcOrd="0" destOrd="0" presId="urn:microsoft.com/office/officeart/2005/8/layout/hierarchy3"/>
    <dgm:cxn modelId="{879B6952-9B1C-44DD-B2AC-081110184D0C}" type="presOf" srcId="{8EB75E12-9DFD-4AEA-A364-DD8BB095E224}" destId="{5F28FCF8-7C29-4402-A294-D2929EAD3B70}" srcOrd="0" destOrd="0" presId="urn:microsoft.com/office/officeart/2005/8/layout/hierarchy3"/>
    <dgm:cxn modelId="{C2449D52-98B5-49A7-A5EB-AFF247F40F6C}" srcId="{4FAECED0-1973-45D8-884A-AC576574D855}" destId="{2263653E-84BE-4031-BF47-A1AB077AD40C}" srcOrd="0" destOrd="0" parTransId="{015BC341-C7DB-40D3-803D-4736F93663E4}" sibTransId="{314A65AA-3FAF-47CD-A438-F68301AD5C97}"/>
    <dgm:cxn modelId="{193AE47F-E0A9-4FF3-9133-3AF8160010C5}" type="presOf" srcId="{77A90AE4-DA8C-46D7-8083-BBAED56B544E}" destId="{83C22182-3B02-481D-868C-5D7BDE8751B4}" srcOrd="0" destOrd="0" presId="urn:microsoft.com/office/officeart/2005/8/layout/hierarchy3"/>
    <dgm:cxn modelId="{186F4D9A-20C1-4870-B74C-AC3B37FFFFEE}" srcId="{B44DEF8A-390B-4894-B82F-2D66E82B2F40}" destId="{4FAECED0-1973-45D8-884A-AC576574D855}" srcOrd="1" destOrd="0" parTransId="{94EFAD53-2B6F-4BE8-A52C-AC6B817039A0}" sibTransId="{9505403E-630B-4E83-8AA8-13994D909DEC}"/>
    <dgm:cxn modelId="{F02BB5A4-4F24-4FE7-BA43-581EBB03F111}" srcId="{4FAECED0-1973-45D8-884A-AC576574D855}" destId="{836BCFEB-04BF-4724-AAF5-D65F79796406}" srcOrd="1" destOrd="0" parTransId="{77A90AE4-DA8C-46D7-8083-BBAED56B544E}" sibTransId="{A098F914-3658-41F2-BEAB-9415B83FE86A}"/>
    <dgm:cxn modelId="{4C097FB6-BC27-4BB9-9E3E-4071C7661635}" type="presOf" srcId="{CA23882A-B21E-415A-B7C8-0BAEFC665E41}" destId="{5FBA5AA6-CB15-4C95-8649-0B61820716BE}" srcOrd="0" destOrd="0" presId="urn:microsoft.com/office/officeart/2005/8/layout/hierarchy3"/>
    <dgm:cxn modelId="{7A36C2BB-117A-433C-B98F-DA9DF58846E9}" type="presOf" srcId="{F6746B83-FD59-4E64-8567-DD7886229896}" destId="{BD6B04DF-81DE-4DEF-9419-90878249D5E1}" srcOrd="0" destOrd="0" presId="urn:microsoft.com/office/officeart/2005/8/layout/hierarchy3"/>
    <dgm:cxn modelId="{BE193ECB-A974-4E05-BD1A-88FF1085DB3C}" srcId="{8EB75E12-9DFD-4AEA-A364-DD8BB095E224}" destId="{B0F3133E-EC64-4C07-9E38-E0D6181AE97A}" srcOrd="1" destOrd="0" parTransId="{6E3A2134-3457-4AB0-94F4-25E132BF1C9D}" sibTransId="{153F3160-9EA6-4F32-8A48-E3372032BA66}"/>
    <dgm:cxn modelId="{7A4A24CD-DF61-4390-AAAD-C460935292BD}" type="presOf" srcId="{3B416ECA-94EC-40E2-BA64-62E6CC69970F}" destId="{48C5E61F-1928-4D3F-9FDC-A82EA49309AF}" srcOrd="0" destOrd="0" presId="urn:microsoft.com/office/officeart/2005/8/layout/hierarchy3"/>
    <dgm:cxn modelId="{C9FD32D4-76D4-4876-97BA-07AC58FBCBA8}" type="presOf" srcId="{B0F3133E-EC64-4C07-9E38-E0D6181AE97A}" destId="{370319A0-C294-4406-B9FA-9A16C2362003}" srcOrd="0" destOrd="0" presId="urn:microsoft.com/office/officeart/2005/8/layout/hierarchy3"/>
    <dgm:cxn modelId="{D8EE16E0-9C29-452F-9A81-2FB1DFBD8E96}" type="presOf" srcId="{917C6E47-1BFA-4880-91D4-A76503517541}" destId="{18E56062-B367-460C-BAAD-3804D8953500}" srcOrd="0" destOrd="0" presId="urn:microsoft.com/office/officeart/2005/8/layout/hierarchy3"/>
    <dgm:cxn modelId="{504224ED-1161-46EE-9F0C-B61CCF264453}" srcId="{8EB75E12-9DFD-4AEA-A364-DD8BB095E224}" destId="{CA23882A-B21E-415A-B7C8-0BAEFC665E41}" srcOrd="3" destOrd="0" parTransId="{ADA4AF33-C7D7-4F1A-82EC-CBB0F4794A33}" sibTransId="{A564C74A-15C6-4CCC-8109-60A6FA3A8627}"/>
    <dgm:cxn modelId="{EBEE55F6-B5D0-475C-8686-559F1BE5D250}" type="presOf" srcId="{9B7AD76B-5C0A-4490-AD2D-DC86705608C1}" destId="{15EB3036-D6DE-46DC-86FA-5778EF50A4FC}" srcOrd="0" destOrd="0" presId="urn:microsoft.com/office/officeart/2005/8/layout/hierarchy3"/>
    <dgm:cxn modelId="{82827BFB-4F28-475B-80F2-844C3FDB3F13}" srcId="{8EB75E12-9DFD-4AEA-A364-DD8BB095E224}" destId="{917C6E47-1BFA-4880-91D4-A76503517541}" srcOrd="0" destOrd="0" parTransId="{F6746B83-FD59-4E64-8567-DD7886229896}" sibTransId="{4FA41F38-602F-4863-9973-6AB42A53BB02}"/>
    <dgm:cxn modelId="{1E204AFD-A9AA-48EF-9AA0-BCA5AF794477}" type="presOf" srcId="{836BCFEB-04BF-4724-AAF5-D65F79796406}" destId="{7966C913-CF81-4DAE-B11D-75C3F0FEA758}" srcOrd="0" destOrd="0" presId="urn:microsoft.com/office/officeart/2005/8/layout/hierarchy3"/>
    <dgm:cxn modelId="{8E43C4FE-9888-44D0-BC46-DDDD207FFB53}" srcId="{4FAECED0-1973-45D8-884A-AC576574D855}" destId="{3C1CA263-4EFB-4EF7-9F70-8EADF407AB0D}" srcOrd="3" destOrd="0" parTransId="{28BAD5D6-D51C-4E9F-AEB1-AC7F99967C74}" sibTransId="{EDE00238-66AA-42D1-BFC2-3FE9518F366E}"/>
    <dgm:cxn modelId="{671E8394-80CD-4699-8413-A56E087E5507}" type="presParOf" srcId="{B21D9457-67BA-46D0-AD8B-A0B16785161D}" destId="{89D24E74-AEA9-4CD9-8A4D-DCFE3E8EB511}" srcOrd="0" destOrd="0" presId="urn:microsoft.com/office/officeart/2005/8/layout/hierarchy3"/>
    <dgm:cxn modelId="{34D3F020-140C-4780-8390-3B9BEEFAEA27}" type="presParOf" srcId="{89D24E74-AEA9-4CD9-8A4D-DCFE3E8EB511}" destId="{DB827DED-70D5-44F7-8DFD-A0BB09323F7B}" srcOrd="0" destOrd="0" presId="urn:microsoft.com/office/officeart/2005/8/layout/hierarchy3"/>
    <dgm:cxn modelId="{DC959B55-0972-44D0-B726-DF7271312866}" type="presParOf" srcId="{DB827DED-70D5-44F7-8DFD-A0BB09323F7B}" destId="{5F28FCF8-7C29-4402-A294-D2929EAD3B70}" srcOrd="0" destOrd="0" presId="urn:microsoft.com/office/officeart/2005/8/layout/hierarchy3"/>
    <dgm:cxn modelId="{64901068-7E6F-4370-919F-294EB050C3A1}" type="presParOf" srcId="{DB827DED-70D5-44F7-8DFD-A0BB09323F7B}" destId="{5D7C1569-1099-412C-B2B9-88A24CC9F120}" srcOrd="1" destOrd="0" presId="urn:microsoft.com/office/officeart/2005/8/layout/hierarchy3"/>
    <dgm:cxn modelId="{EFF5D737-EB57-43DE-8743-88BFDC275B67}" type="presParOf" srcId="{89D24E74-AEA9-4CD9-8A4D-DCFE3E8EB511}" destId="{F67FE77C-A737-45F0-A70E-F354540A5325}" srcOrd="1" destOrd="0" presId="urn:microsoft.com/office/officeart/2005/8/layout/hierarchy3"/>
    <dgm:cxn modelId="{1E24C883-6FEF-4BB8-A913-0A9106D39C3F}" type="presParOf" srcId="{F67FE77C-A737-45F0-A70E-F354540A5325}" destId="{BD6B04DF-81DE-4DEF-9419-90878249D5E1}" srcOrd="0" destOrd="0" presId="urn:microsoft.com/office/officeart/2005/8/layout/hierarchy3"/>
    <dgm:cxn modelId="{DA984453-2297-4C5E-965B-37DED123BB16}" type="presParOf" srcId="{F67FE77C-A737-45F0-A70E-F354540A5325}" destId="{18E56062-B367-460C-BAAD-3804D8953500}" srcOrd="1" destOrd="0" presId="urn:microsoft.com/office/officeart/2005/8/layout/hierarchy3"/>
    <dgm:cxn modelId="{FDE75073-FBFF-430D-A851-289A57B3BE76}" type="presParOf" srcId="{F67FE77C-A737-45F0-A70E-F354540A5325}" destId="{B5D9C319-605D-4EFA-94CC-4723FA330A46}" srcOrd="2" destOrd="0" presId="urn:microsoft.com/office/officeart/2005/8/layout/hierarchy3"/>
    <dgm:cxn modelId="{A1D691C0-B73C-4423-A814-96E9D54A2EDF}" type="presParOf" srcId="{F67FE77C-A737-45F0-A70E-F354540A5325}" destId="{370319A0-C294-4406-B9FA-9A16C2362003}" srcOrd="3" destOrd="0" presId="urn:microsoft.com/office/officeart/2005/8/layout/hierarchy3"/>
    <dgm:cxn modelId="{82F663C4-63B7-476E-88D8-BE384172D025}" type="presParOf" srcId="{F67FE77C-A737-45F0-A70E-F354540A5325}" destId="{15EB3036-D6DE-46DC-86FA-5778EF50A4FC}" srcOrd="4" destOrd="0" presId="urn:microsoft.com/office/officeart/2005/8/layout/hierarchy3"/>
    <dgm:cxn modelId="{AE5E113B-EDE6-45C5-B633-7AC0564B28E8}" type="presParOf" srcId="{F67FE77C-A737-45F0-A70E-F354540A5325}" destId="{48C5E61F-1928-4D3F-9FDC-A82EA49309AF}" srcOrd="5" destOrd="0" presId="urn:microsoft.com/office/officeart/2005/8/layout/hierarchy3"/>
    <dgm:cxn modelId="{CEA5EA51-6836-452B-96D1-53198D684596}" type="presParOf" srcId="{F67FE77C-A737-45F0-A70E-F354540A5325}" destId="{0EEBF726-9F48-42DD-B768-BC9469335BC4}" srcOrd="6" destOrd="0" presId="urn:microsoft.com/office/officeart/2005/8/layout/hierarchy3"/>
    <dgm:cxn modelId="{883B0F96-5D58-4846-82E4-D2B302D0CB4F}" type="presParOf" srcId="{F67FE77C-A737-45F0-A70E-F354540A5325}" destId="{5FBA5AA6-CB15-4C95-8649-0B61820716BE}" srcOrd="7" destOrd="0" presId="urn:microsoft.com/office/officeart/2005/8/layout/hierarchy3"/>
    <dgm:cxn modelId="{1F59FABC-94B6-4AD3-880B-3D3A9ADC1F29}" type="presParOf" srcId="{B21D9457-67BA-46D0-AD8B-A0B16785161D}" destId="{A38FAB8C-6255-4EB5-B6C7-34778347DD78}" srcOrd="1" destOrd="0" presId="urn:microsoft.com/office/officeart/2005/8/layout/hierarchy3"/>
    <dgm:cxn modelId="{C29DFFFD-0FE0-42AA-A25F-F7C2CDCA0EBD}" type="presParOf" srcId="{A38FAB8C-6255-4EB5-B6C7-34778347DD78}" destId="{B2850F33-8B93-42A6-B4E5-D85E52183831}" srcOrd="0" destOrd="0" presId="urn:microsoft.com/office/officeart/2005/8/layout/hierarchy3"/>
    <dgm:cxn modelId="{16A4BC92-5CB0-4EF0-B714-44C0E0A6FE82}" type="presParOf" srcId="{B2850F33-8B93-42A6-B4E5-D85E52183831}" destId="{9AD9174E-F334-4604-BDE1-27D0E5CC87AD}" srcOrd="0" destOrd="0" presId="urn:microsoft.com/office/officeart/2005/8/layout/hierarchy3"/>
    <dgm:cxn modelId="{0E79EEE9-C689-423F-BC4B-FB9FCD928063}" type="presParOf" srcId="{B2850F33-8B93-42A6-B4E5-D85E52183831}" destId="{92CFD1E8-0A09-4F83-8A5D-B825799CC182}" srcOrd="1" destOrd="0" presId="urn:microsoft.com/office/officeart/2005/8/layout/hierarchy3"/>
    <dgm:cxn modelId="{5E453C73-3A6B-43D6-9F5F-02A4A1125251}" type="presParOf" srcId="{A38FAB8C-6255-4EB5-B6C7-34778347DD78}" destId="{9F29B513-4299-4A66-8DF9-676F67691DE6}" srcOrd="1" destOrd="0" presId="urn:microsoft.com/office/officeart/2005/8/layout/hierarchy3"/>
    <dgm:cxn modelId="{40045F50-0428-47BE-A4DD-25E4137951EA}" type="presParOf" srcId="{9F29B513-4299-4A66-8DF9-676F67691DE6}" destId="{4F103749-8594-407B-B3C2-83B9C748B509}" srcOrd="0" destOrd="0" presId="urn:microsoft.com/office/officeart/2005/8/layout/hierarchy3"/>
    <dgm:cxn modelId="{A9D34760-C37A-494B-8AE3-4EBE32043D78}" type="presParOf" srcId="{9F29B513-4299-4A66-8DF9-676F67691DE6}" destId="{FE9E4E52-4EA2-47F4-AAEE-0AF143C8E890}" srcOrd="1" destOrd="0" presId="urn:microsoft.com/office/officeart/2005/8/layout/hierarchy3"/>
    <dgm:cxn modelId="{BB212608-1110-4379-932B-123886B38FB1}" type="presParOf" srcId="{9F29B513-4299-4A66-8DF9-676F67691DE6}" destId="{83C22182-3B02-481D-868C-5D7BDE8751B4}" srcOrd="2" destOrd="0" presId="urn:microsoft.com/office/officeart/2005/8/layout/hierarchy3"/>
    <dgm:cxn modelId="{87BC7154-4F94-4E5F-9E4C-14BD14B70DE7}" type="presParOf" srcId="{9F29B513-4299-4A66-8DF9-676F67691DE6}" destId="{7966C913-CF81-4DAE-B11D-75C3F0FEA758}" srcOrd="3" destOrd="0" presId="urn:microsoft.com/office/officeart/2005/8/layout/hierarchy3"/>
    <dgm:cxn modelId="{98CC21BB-A63C-4620-8917-84A5DF7B962A}" type="presParOf" srcId="{9F29B513-4299-4A66-8DF9-676F67691DE6}" destId="{B9D19B35-A35C-4108-BF91-5EEBC150B025}" srcOrd="4" destOrd="0" presId="urn:microsoft.com/office/officeart/2005/8/layout/hierarchy3"/>
    <dgm:cxn modelId="{962B4C37-B9E2-4383-BDEC-CE6298502603}" type="presParOf" srcId="{9F29B513-4299-4A66-8DF9-676F67691DE6}" destId="{D789C28B-5BDF-40C3-A2D0-D2A70682C45A}" srcOrd="5" destOrd="0" presId="urn:microsoft.com/office/officeart/2005/8/layout/hierarchy3"/>
    <dgm:cxn modelId="{FA77E197-81E1-490B-ABFE-1DBD9B77B273}" type="presParOf" srcId="{9F29B513-4299-4A66-8DF9-676F67691DE6}" destId="{E1401603-D8F4-40E6-A76D-6C8B6168459C}" srcOrd="6" destOrd="0" presId="urn:microsoft.com/office/officeart/2005/8/layout/hierarchy3"/>
    <dgm:cxn modelId="{D44EC699-FED4-45EC-8CB3-D0714D98B526}" type="presParOf" srcId="{9F29B513-4299-4A66-8DF9-676F67691DE6}" destId="{9C4A6B51-6EED-4299-BE58-5A491BA818F0}" srcOrd="7" destOrd="0" presId="urn:microsoft.com/office/officeart/2005/8/layout/hierarchy3"/>
    <dgm:cxn modelId="{60498690-FEB6-47D5-B99B-425D06995289}" type="presParOf" srcId="{9F29B513-4299-4A66-8DF9-676F67691DE6}" destId="{A562886C-6EB1-4DC6-8429-F5C703544F5B}" srcOrd="8" destOrd="0" presId="urn:microsoft.com/office/officeart/2005/8/layout/hierarchy3"/>
    <dgm:cxn modelId="{67B4A2CF-9805-4B44-A2B1-E6B8D98EBB56}" type="presParOf" srcId="{9F29B513-4299-4A66-8DF9-676F67691DE6}" destId="{375ED9C2-581F-44DB-A245-BCBA1DA0A5E9}" srcOrd="9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3181C2-01A3-4BD9-B467-CDB8CE36A222}" type="doc">
      <dgm:prSet loTypeId="urn:microsoft.com/office/officeart/2005/8/layout/bProcess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4882EB7-E1AC-4F91-B1A7-917DA5B992F0}">
      <dgm:prSet custT="1"/>
      <dgm:spPr/>
      <dgm:t>
        <a:bodyPr/>
        <a:lstStyle/>
        <a:p>
          <a:pPr algn="ctr"/>
          <a:r>
            <a:rPr lang="en-US" sz="1600" dirty="0">
              <a:solidFill>
                <a:srgbClr val="002060"/>
              </a:solidFill>
              <a:latin typeface="+mj-lt"/>
              <a:ea typeface="Verdana" panose="020B0604030504040204" pitchFamily="34" charset="0"/>
              <a:cs typeface="Times New Roman" panose="02020603050405020304" pitchFamily="18" charset="0"/>
            </a:rPr>
            <a:t>Weak formulation of the governing equation</a:t>
          </a:r>
        </a:p>
      </dgm:t>
    </dgm:pt>
    <dgm:pt modelId="{758BBA52-24E7-4FBC-8859-2AB1182F831E}" type="parTrans" cxnId="{11E99D05-D4D8-4B1C-A143-243F0FEAC04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D459A69-E0BF-4F30-9FDD-FB3B4F7AF127}" type="sibTrans" cxnId="{11E99D05-D4D8-4B1C-A143-243F0FEAC04B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C7C55D-FCCE-4D0A-AC1F-B79A13318139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Transformation to the elemental level</a:t>
          </a:r>
        </a:p>
      </dgm:t>
    </dgm:pt>
    <dgm:pt modelId="{3ECFA683-4839-4ACA-BB02-AE2E77E8B521}" type="parTrans" cxnId="{0ECBE14E-9269-44CB-BC0D-8C9CE16F192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8F5AEB-F54B-4F24-9FC4-062CC39762DB}" type="sibTrans" cxnId="{0ECBE14E-9269-44CB-BC0D-8C9CE16F192F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9DBA39-3A39-4F85-8E24-A20B58C83E29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Transforming Physical domain to Computational domain</a:t>
          </a:r>
        </a:p>
      </dgm:t>
    </dgm:pt>
    <dgm:pt modelId="{AFDC3728-2E51-4EEC-A8CE-96E3F921D213}" type="parTrans" cxnId="{6B8FBB0D-60A7-48B2-9D83-C3F12B27763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3AFC87-83D8-4AB0-828B-E2B06629EEE0}" type="sibTrans" cxnId="{6B8FBB0D-60A7-48B2-9D83-C3F12B27763D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FFD160-8C64-4AFE-ACF9-2F00F5700224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Approximation of the unknown variable in terms of Lagrange polynomials</a:t>
          </a:r>
        </a:p>
      </dgm:t>
    </dgm:pt>
    <dgm:pt modelId="{E6228D59-2351-48E9-B1D3-C0FEAA0A8137}" type="parTrans" cxnId="{F0AAF1C3-9CE0-4D0D-9C86-07599D50903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08AC3E-5C0B-4966-BED4-429E4E6A35FB}" type="sibTrans" cxnId="{F0AAF1C3-9CE0-4D0D-9C86-07599D509036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7B42EFB-BCA3-40D7-B3CB-092A8A42E24C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Numerical Integration based on Gauss Legendre Lobatto Quadrature</a:t>
          </a:r>
        </a:p>
      </dgm:t>
    </dgm:pt>
    <dgm:pt modelId="{66A7D3B0-12E2-43C1-9257-EF814DBF9587}" type="parTrans" cxnId="{664D6A0B-4754-464C-9659-7C42A559C0C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71F3B7-98BF-4E1F-8FBB-8CD1131BF643}" type="sibTrans" cxnId="{664D6A0B-4754-464C-9659-7C42A559C0C6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15890A8-3BA4-424D-A780-28107651B8D3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Formulation of Mass, Differential and Laplacian Matrix for single element</a:t>
          </a:r>
        </a:p>
      </dgm:t>
    </dgm:pt>
    <dgm:pt modelId="{84713391-DC5D-44B4-82BD-D7CDCC23304E}" type="parTrans" cxnId="{A0BA5C54-1B90-4CD6-B4FB-DC201601A2B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09609B-99BE-442F-BBE0-818CEB8E90DC}" type="sibTrans" cxnId="{A0BA5C54-1B90-4CD6-B4FB-DC201601A2BF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C4379A-EAD6-4A28-9C63-571D67A441EE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Global Assembly of matrices using Connectivity matrix</a:t>
          </a:r>
        </a:p>
      </dgm:t>
    </dgm:pt>
    <dgm:pt modelId="{2F4FDB87-8775-441A-A15B-E84F8E968ABA}" type="parTrans" cxnId="{BC9CE538-9BAC-4A39-BAAF-F2BBF1D9987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79F14D-681E-48C9-84BD-B71A21318B48}" type="sibTrans" cxnId="{BC9CE538-9BAC-4A39-BAAF-F2BBF1D9987B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757659-5746-48C0-BEBA-5C93D9E8D0C6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Solving Linear System of Equations to obtain required solutions</a:t>
          </a:r>
        </a:p>
      </dgm:t>
    </dgm:pt>
    <dgm:pt modelId="{35C9C309-A670-4A4A-8B36-D8D3215CF266}" type="sibTrans" cxnId="{A9B25308-28B6-43F9-B937-DED436063FD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52C8BE-0D1A-4722-A194-164EF7205E9D}" type="parTrans" cxnId="{A9B25308-28B6-43F9-B937-DED436063FD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A04BCB-097F-4EA2-8F38-10380F3E5EFE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Form Linear System of Equations from Global Matrices</a:t>
          </a:r>
        </a:p>
      </dgm:t>
    </dgm:pt>
    <dgm:pt modelId="{A7334FFB-61B0-4293-BAA8-C7649A01DF23}" type="parTrans" cxnId="{D1F73AAF-A900-4AFA-B444-EF4683604148}">
      <dgm:prSet/>
      <dgm:spPr/>
      <dgm:t>
        <a:bodyPr/>
        <a:lstStyle/>
        <a:p>
          <a:endParaRPr lang="en-US"/>
        </a:p>
      </dgm:t>
    </dgm:pt>
    <dgm:pt modelId="{1E7BA8B4-BE05-494F-B943-016DBDD4D895}" type="sibTrans" cxnId="{D1F73AAF-A900-4AFA-B444-EF4683604148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</a:endParaRPr>
        </a:p>
      </dgm:t>
    </dgm:pt>
    <dgm:pt modelId="{D36C1682-F7FC-429C-B12F-8CECE273C056}">
      <dgm:prSet custT="1"/>
      <dgm:spPr/>
      <dgm:t>
        <a:bodyPr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Boundary Conditions on Linear system of equation</a:t>
          </a:r>
        </a:p>
      </dgm:t>
    </dgm:pt>
    <dgm:pt modelId="{0B8C5FCE-569B-4B08-8D51-C30C5E2DC22D}" type="sibTrans" cxnId="{E1AF1E11-D7D9-4926-A336-5D750EACF55B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>
            <a:solidFill>
              <a:srgbClr val="002060"/>
            </a:solidFill>
          </a:endParaRPr>
        </a:p>
      </dgm:t>
    </dgm:pt>
    <dgm:pt modelId="{0CC03FE0-D1B6-4274-979D-B9E5E5D7E433}" type="parTrans" cxnId="{E1AF1E11-D7D9-4926-A336-5D750EACF55B}">
      <dgm:prSet/>
      <dgm:spPr/>
      <dgm:t>
        <a:bodyPr/>
        <a:lstStyle/>
        <a:p>
          <a:endParaRPr lang="en-US"/>
        </a:p>
      </dgm:t>
    </dgm:pt>
    <dgm:pt modelId="{D98385A1-8C1B-4BB3-9FB7-F612AA6BB5CB}" type="pres">
      <dgm:prSet presAssocID="{343181C2-01A3-4BD9-B467-CDB8CE36A222}" presName="Name0" presStyleCnt="0">
        <dgm:presLayoutVars>
          <dgm:dir/>
          <dgm:resizeHandles val="exact"/>
        </dgm:presLayoutVars>
      </dgm:prSet>
      <dgm:spPr/>
    </dgm:pt>
    <dgm:pt modelId="{E7F644F1-D94D-49B8-AD6D-E890075875E5}" type="pres">
      <dgm:prSet presAssocID="{04882EB7-E1AC-4F91-B1A7-917DA5B992F0}" presName="node" presStyleLbl="node1" presStyleIdx="0" presStyleCnt="10">
        <dgm:presLayoutVars>
          <dgm:bulletEnabled val="1"/>
        </dgm:presLayoutVars>
      </dgm:prSet>
      <dgm:spPr/>
    </dgm:pt>
    <dgm:pt modelId="{62198F6C-E9A4-42F8-9B6A-366E8CEEDF01}" type="pres">
      <dgm:prSet presAssocID="{FD459A69-E0BF-4F30-9FDD-FB3B4F7AF127}" presName="sibTrans" presStyleLbl="sibTrans1D1" presStyleIdx="0" presStyleCnt="9"/>
      <dgm:spPr/>
    </dgm:pt>
    <dgm:pt modelId="{BA75685B-1220-4627-A621-98627C379547}" type="pres">
      <dgm:prSet presAssocID="{FD459A69-E0BF-4F30-9FDD-FB3B4F7AF127}" presName="connectorText" presStyleLbl="sibTrans1D1" presStyleIdx="0" presStyleCnt="9"/>
      <dgm:spPr/>
    </dgm:pt>
    <dgm:pt modelId="{77E46BB2-0401-4170-B895-1C50BF1D23BC}" type="pres">
      <dgm:prSet presAssocID="{5CC7C55D-FCCE-4D0A-AC1F-B79A13318139}" presName="node" presStyleLbl="node1" presStyleIdx="1" presStyleCnt="10">
        <dgm:presLayoutVars>
          <dgm:bulletEnabled val="1"/>
        </dgm:presLayoutVars>
      </dgm:prSet>
      <dgm:spPr/>
    </dgm:pt>
    <dgm:pt modelId="{02F72EBD-A321-4F1D-BEA2-4EC6D795AB0C}" type="pres">
      <dgm:prSet presAssocID="{188F5AEB-F54B-4F24-9FC4-062CC39762DB}" presName="sibTrans" presStyleLbl="sibTrans1D1" presStyleIdx="1" presStyleCnt="9"/>
      <dgm:spPr/>
    </dgm:pt>
    <dgm:pt modelId="{25629656-9EDE-470C-9FD9-42E5232A0F19}" type="pres">
      <dgm:prSet presAssocID="{188F5AEB-F54B-4F24-9FC4-062CC39762DB}" presName="connectorText" presStyleLbl="sibTrans1D1" presStyleIdx="1" presStyleCnt="9"/>
      <dgm:spPr/>
    </dgm:pt>
    <dgm:pt modelId="{3C25C0FD-789B-4598-A04B-8EB3BC40BE62}" type="pres">
      <dgm:prSet presAssocID="{D29DBA39-3A39-4F85-8E24-A20B58C83E29}" presName="node" presStyleLbl="node1" presStyleIdx="2" presStyleCnt="10">
        <dgm:presLayoutVars>
          <dgm:bulletEnabled val="1"/>
        </dgm:presLayoutVars>
      </dgm:prSet>
      <dgm:spPr/>
    </dgm:pt>
    <dgm:pt modelId="{486AF483-C0BD-4329-A58A-3B228662F553}" type="pres">
      <dgm:prSet presAssocID="{0B3AFC87-83D8-4AB0-828B-E2B06629EEE0}" presName="sibTrans" presStyleLbl="sibTrans1D1" presStyleIdx="2" presStyleCnt="9"/>
      <dgm:spPr/>
    </dgm:pt>
    <dgm:pt modelId="{6A739CD9-6A76-49C3-9BF6-7351A7927F3F}" type="pres">
      <dgm:prSet presAssocID="{0B3AFC87-83D8-4AB0-828B-E2B06629EEE0}" presName="connectorText" presStyleLbl="sibTrans1D1" presStyleIdx="2" presStyleCnt="9"/>
      <dgm:spPr/>
    </dgm:pt>
    <dgm:pt modelId="{8485A267-7B36-41A1-B53D-59F250CB038B}" type="pres">
      <dgm:prSet presAssocID="{A8FFD160-8C64-4AFE-ACF9-2F00F5700224}" presName="node" presStyleLbl="node1" presStyleIdx="3" presStyleCnt="10">
        <dgm:presLayoutVars>
          <dgm:bulletEnabled val="1"/>
        </dgm:presLayoutVars>
      </dgm:prSet>
      <dgm:spPr/>
    </dgm:pt>
    <dgm:pt modelId="{98508FEF-8985-4792-BC26-56728A13FE63}" type="pres">
      <dgm:prSet presAssocID="{EA08AC3E-5C0B-4966-BED4-429E4E6A35FB}" presName="sibTrans" presStyleLbl="sibTrans1D1" presStyleIdx="3" presStyleCnt="9"/>
      <dgm:spPr/>
    </dgm:pt>
    <dgm:pt modelId="{AA68679D-3471-4825-B363-0E37AED3180B}" type="pres">
      <dgm:prSet presAssocID="{EA08AC3E-5C0B-4966-BED4-429E4E6A35FB}" presName="connectorText" presStyleLbl="sibTrans1D1" presStyleIdx="3" presStyleCnt="9"/>
      <dgm:spPr/>
    </dgm:pt>
    <dgm:pt modelId="{8E2A54ED-7C93-44E6-9697-D12610D05827}" type="pres">
      <dgm:prSet presAssocID="{17B42EFB-BCA3-40D7-B3CB-092A8A42E24C}" presName="node" presStyleLbl="node1" presStyleIdx="4" presStyleCnt="10">
        <dgm:presLayoutVars>
          <dgm:bulletEnabled val="1"/>
        </dgm:presLayoutVars>
      </dgm:prSet>
      <dgm:spPr/>
    </dgm:pt>
    <dgm:pt modelId="{63CDF029-0F03-49F8-823F-3B69FC824254}" type="pres">
      <dgm:prSet presAssocID="{E371F3B7-98BF-4E1F-8FBB-8CD1131BF643}" presName="sibTrans" presStyleLbl="sibTrans1D1" presStyleIdx="4" presStyleCnt="9"/>
      <dgm:spPr/>
    </dgm:pt>
    <dgm:pt modelId="{94713263-5CA4-48F5-8BDB-E4BD0C2895D9}" type="pres">
      <dgm:prSet presAssocID="{E371F3B7-98BF-4E1F-8FBB-8CD1131BF643}" presName="connectorText" presStyleLbl="sibTrans1D1" presStyleIdx="4" presStyleCnt="9"/>
      <dgm:spPr/>
    </dgm:pt>
    <dgm:pt modelId="{DAD2BA96-21DA-47C3-B1B2-6593DD9EEB7F}" type="pres">
      <dgm:prSet presAssocID="{E15890A8-3BA4-424D-A780-28107651B8D3}" presName="node" presStyleLbl="node1" presStyleIdx="5" presStyleCnt="10">
        <dgm:presLayoutVars>
          <dgm:bulletEnabled val="1"/>
        </dgm:presLayoutVars>
      </dgm:prSet>
      <dgm:spPr/>
    </dgm:pt>
    <dgm:pt modelId="{905EBEBB-A9E0-4D9E-A4FF-ED08193C866E}" type="pres">
      <dgm:prSet presAssocID="{4509609B-99BE-442F-BBE0-818CEB8E90DC}" presName="sibTrans" presStyleLbl="sibTrans1D1" presStyleIdx="5" presStyleCnt="9"/>
      <dgm:spPr/>
    </dgm:pt>
    <dgm:pt modelId="{899C3A87-B918-4E51-825C-318BC44EAABC}" type="pres">
      <dgm:prSet presAssocID="{4509609B-99BE-442F-BBE0-818CEB8E90DC}" presName="connectorText" presStyleLbl="sibTrans1D1" presStyleIdx="5" presStyleCnt="9"/>
      <dgm:spPr/>
    </dgm:pt>
    <dgm:pt modelId="{1349670F-E43E-482A-A883-14CC6CB4F610}" type="pres">
      <dgm:prSet presAssocID="{9AC4379A-EAD6-4A28-9C63-571D67A441EE}" presName="node" presStyleLbl="node1" presStyleIdx="6" presStyleCnt="10">
        <dgm:presLayoutVars>
          <dgm:bulletEnabled val="1"/>
        </dgm:presLayoutVars>
      </dgm:prSet>
      <dgm:spPr/>
    </dgm:pt>
    <dgm:pt modelId="{6BBEA367-8883-403C-8148-A44F6ECBA971}" type="pres">
      <dgm:prSet presAssocID="{3779F14D-681E-48C9-84BD-B71A21318B48}" presName="sibTrans" presStyleLbl="sibTrans1D1" presStyleIdx="6" presStyleCnt="9"/>
      <dgm:spPr/>
    </dgm:pt>
    <dgm:pt modelId="{CF8EF721-BFBF-409C-A7A6-92AE32A191D3}" type="pres">
      <dgm:prSet presAssocID="{3779F14D-681E-48C9-84BD-B71A21318B48}" presName="connectorText" presStyleLbl="sibTrans1D1" presStyleIdx="6" presStyleCnt="9"/>
      <dgm:spPr/>
    </dgm:pt>
    <dgm:pt modelId="{BAC901E9-CF39-4637-94F9-9E52B20F246D}" type="pres">
      <dgm:prSet presAssocID="{41A04BCB-097F-4EA2-8F38-10380F3E5EFE}" presName="node" presStyleLbl="node1" presStyleIdx="7" presStyleCnt="10">
        <dgm:presLayoutVars>
          <dgm:bulletEnabled val="1"/>
        </dgm:presLayoutVars>
      </dgm:prSet>
      <dgm:spPr/>
    </dgm:pt>
    <dgm:pt modelId="{CADB3426-D147-4D70-A31C-8492D00E472C}" type="pres">
      <dgm:prSet presAssocID="{1E7BA8B4-BE05-494F-B943-016DBDD4D895}" presName="sibTrans" presStyleLbl="sibTrans1D1" presStyleIdx="7" presStyleCnt="9"/>
      <dgm:spPr/>
    </dgm:pt>
    <dgm:pt modelId="{DE64C9A8-9358-425C-B7C4-C850ED58AEA9}" type="pres">
      <dgm:prSet presAssocID="{1E7BA8B4-BE05-494F-B943-016DBDD4D895}" presName="connectorText" presStyleLbl="sibTrans1D1" presStyleIdx="7" presStyleCnt="9"/>
      <dgm:spPr/>
    </dgm:pt>
    <dgm:pt modelId="{DF64E6A0-F249-40D2-A61A-29CFD68D2F57}" type="pres">
      <dgm:prSet presAssocID="{D36C1682-F7FC-429C-B12F-8CECE273C056}" presName="node" presStyleLbl="node1" presStyleIdx="8" presStyleCnt="10">
        <dgm:presLayoutVars>
          <dgm:bulletEnabled val="1"/>
        </dgm:presLayoutVars>
      </dgm:prSet>
      <dgm:spPr/>
    </dgm:pt>
    <dgm:pt modelId="{3AA2954E-D1FE-450F-9D54-079C82B8BECD}" type="pres">
      <dgm:prSet presAssocID="{0B8C5FCE-569B-4B08-8D51-C30C5E2DC22D}" presName="sibTrans" presStyleLbl="sibTrans1D1" presStyleIdx="8" presStyleCnt="9"/>
      <dgm:spPr/>
    </dgm:pt>
    <dgm:pt modelId="{465AB65B-CD7B-48F0-AE8A-C5CECBCA6E36}" type="pres">
      <dgm:prSet presAssocID="{0B8C5FCE-569B-4B08-8D51-C30C5E2DC22D}" presName="connectorText" presStyleLbl="sibTrans1D1" presStyleIdx="8" presStyleCnt="9"/>
      <dgm:spPr/>
    </dgm:pt>
    <dgm:pt modelId="{B3F02F88-F035-46C2-A14E-A86FA070C638}" type="pres">
      <dgm:prSet presAssocID="{9D757659-5746-48C0-BEBA-5C93D9E8D0C6}" presName="node" presStyleLbl="node1" presStyleIdx="9" presStyleCnt="10">
        <dgm:presLayoutVars>
          <dgm:bulletEnabled val="1"/>
        </dgm:presLayoutVars>
      </dgm:prSet>
      <dgm:spPr/>
    </dgm:pt>
  </dgm:ptLst>
  <dgm:cxnLst>
    <dgm:cxn modelId="{D88A6F00-0658-4330-9E0C-80AF294257E5}" type="presOf" srcId="{E371F3B7-98BF-4E1F-8FBB-8CD1131BF643}" destId="{94713263-5CA4-48F5-8BDB-E4BD0C2895D9}" srcOrd="1" destOrd="0" presId="urn:microsoft.com/office/officeart/2005/8/layout/bProcess3"/>
    <dgm:cxn modelId="{39FD8803-DC5B-4EFF-A046-080BC110F013}" type="presOf" srcId="{188F5AEB-F54B-4F24-9FC4-062CC39762DB}" destId="{25629656-9EDE-470C-9FD9-42E5232A0F19}" srcOrd="1" destOrd="0" presId="urn:microsoft.com/office/officeart/2005/8/layout/bProcess3"/>
    <dgm:cxn modelId="{11E99D05-D4D8-4B1C-A143-243F0FEAC04B}" srcId="{343181C2-01A3-4BD9-B467-CDB8CE36A222}" destId="{04882EB7-E1AC-4F91-B1A7-917DA5B992F0}" srcOrd="0" destOrd="0" parTransId="{758BBA52-24E7-4FBC-8859-2AB1182F831E}" sibTransId="{FD459A69-E0BF-4F30-9FDD-FB3B4F7AF127}"/>
    <dgm:cxn modelId="{A9B25308-28B6-43F9-B937-DED436063FD6}" srcId="{343181C2-01A3-4BD9-B467-CDB8CE36A222}" destId="{9D757659-5746-48C0-BEBA-5C93D9E8D0C6}" srcOrd="9" destOrd="0" parTransId="{4852C8BE-0D1A-4722-A194-164EF7205E9D}" sibTransId="{35C9C309-A670-4A4A-8B36-D8D3215CF266}"/>
    <dgm:cxn modelId="{664D6A0B-4754-464C-9659-7C42A559C0C6}" srcId="{343181C2-01A3-4BD9-B467-CDB8CE36A222}" destId="{17B42EFB-BCA3-40D7-B3CB-092A8A42E24C}" srcOrd="4" destOrd="0" parTransId="{66A7D3B0-12E2-43C1-9257-EF814DBF9587}" sibTransId="{E371F3B7-98BF-4E1F-8FBB-8CD1131BF643}"/>
    <dgm:cxn modelId="{AEBDF80B-68A7-4BB5-9771-42CC19284B2C}" type="presOf" srcId="{D36C1682-F7FC-429C-B12F-8CECE273C056}" destId="{DF64E6A0-F249-40D2-A61A-29CFD68D2F57}" srcOrd="0" destOrd="0" presId="urn:microsoft.com/office/officeart/2005/8/layout/bProcess3"/>
    <dgm:cxn modelId="{6B8FBB0D-60A7-48B2-9D83-C3F12B27763D}" srcId="{343181C2-01A3-4BD9-B467-CDB8CE36A222}" destId="{D29DBA39-3A39-4F85-8E24-A20B58C83E29}" srcOrd="2" destOrd="0" parTransId="{AFDC3728-2E51-4EEC-A8CE-96E3F921D213}" sibTransId="{0B3AFC87-83D8-4AB0-828B-E2B06629EEE0}"/>
    <dgm:cxn modelId="{3B230510-8D13-49FA-A3EB-7E16ECD5B8FD}" type="presOf" srcId="{E15890A8-3BA4-424D-A780-28107651B8D3}" destId="{DAD2BA96-21DA-47C3-B1B2-6593DD9EEB7F}" srcOrd="0" destOrd="0" presId="urn:microsoft.com/office/officeart/2005/8/layout/bProcess3"/>
    <dgm:cxn modelId="{E1AF1E11-D7D9-4926-A336-5D750EACF55B}" srcId="{343181C2-01A3-4BD9-B467-CDB8CE36A222}" destId="{D36C1682-F7FC-429C-B12F-8CECE273C056}" srcOrd="8" destOrd="0" parTransId="{0CC03FE0-D1B6-4274-979D-B9E5E5D7E433}" sibTransId="{0B8C5FCE-569B-4B08-8D51-C30C5E2DC22D}"/>
    <dgm:cxn modelId="{2328131C-5E1D-4D1D-A2B4-B01F05D23968}" type="presOf" srcId="{9D757659-5746-48C0-BEBA-5C93D9E8D0C6}" destId="{B3F02F88-F035-46C2-A14E-A86FA070C638}" srcOrd="0" destOrd="0" presId="urn:microsoft.com/office/officeart/2005/8/layout/bProcess3"/>
    <dgm:cxn modelId="{3D89BC21-6B50-4116-BE50-D3E00F355565}" type="presOf" srcId="{0B3AFC87-83D8-4AB0-828B-E2B06629EEE0}" destId="{486AF483-C0BD-4329-A58A-3B228662F553}" srcOrd="0" destOrd="0" presId="urn:microsoft.com/office/officeart/2005/8/layout/bProcess3"/>
    <dgm:cxn modelId="{86230236-1F90-4BE3-8CC8-565E622483D7}" type="presOf" srcId="{04882EB7-E1AC-4F91-B1A7-917DA5B992F0}" destId="{E7F644F1-D94D-49B8-AD6D-E890075875E5}" srcOrd="0" destOrd="0" presId="urn:microsoft.com/office/officeart/2005/8/layout/bProcess3"/>
    <dgm:cxn modelId="{BC9CE538-9BAC-4A39-BAAF-F2BBF1D9987B}" srcId="{343181C2-01A3-4BD9-B467-CDB8CE36A222}" destId="{9AC4379A-EAD6-4A28-9C63-571D67A441EE}" srcOrd="6" destOrd="0" parTransId="{2F4FDB87-8775-441A-A15B-E84F8E968ABA}" sibTransId="{3779F14D-681E-48C9-84BD-B71A21318B48}"/>
    <dgm:cxn modelId="{1DEC2040-5F44-4389-A2BF-7D9D69EDE218}" type="presOf" srcId="{EA08AC3E-5C0B-4966-BED4-429E4E6A35FB}" destId="{98508FEF-8985-4792-BC26-56728A13FE63}" srcOrd="0" destOrd="0" presId="urn:microsoft.com/office/officeart/2005/8/layout/bProcess3"/>
    <dgm:cxn modelId="{F8BF3048-1F38-47DE-B69E-BA579ED5BA78}" type="presOf" srcId="{17B42EFB-BCA3-40D7-B3CB-092A8A42E24C}" destId="{8E2A54ED-7C93-44E6-9697-D12610D05827}" srcOrd="0" destOrd="0" presId="urn:microsoft.com/office/officeart/2005/8/layout/bProcess3"/>
    <dgm:cxn modelId="{A256854A-B41A-4A13-9CA8-D87CE2F6285A}" type="presOf" srcId="{E371F3B7-98BF-4E1F-8FBB-8CD1131BF643}" destId="{63CDF029-0F03-49F8-823F-3B69FC824254}" srcOrd="0" destOrd="0" presId="urn:microsoft.com/office/officeart/2005/8/layout/bProcess3"/>
    <dgm:cxn modelId="{8532D94B-3087-42A7-95D7-491D9004DE4A}" type="presOf" srcId="{5CC7C55D-FCCE-4D0A-AC1F-B79A13318139}" destId="{77E46BB2-0401-4170-B895-1C50BF1D23BC}" srcOrd="0" destOrd="0" presId="urn:microsoft.com/office/officeart/2005/8/layout/bProcess3"/>
    <dgm:cxn modelId="{0ECBE14E-9269-44CB-BC0D-8C9CE16F192F}" srcId="{343181C2-01A3-4BD9-B467-CDB8CE36A222}" destId="{5CC7C55D-FCCE-4D0A-AC1F-B79A13318139}" srcOrd="1" destOrd="0" parTransId="{3ECFA683-4839-4ACA-BB02-AE2E77E8B521}" sibTransId="{188F5AEB-F54B-4F24-9FC4-062CC39762DB}"/>
    <dgm:cxn modelId="{C5C1ED70-08AC-460D-858A-37E0C15FFEF3}" type="presOf" srcId="{EA08AC3E-5C0B-4966-BED4-429E4E6A35FB}" destId="{AA68679D-3471-4825-B363-0E37AED3180B}" srcOrd="1" destOrd="0" presId="urn:microsoft.com/office/officeart/2005/8/layout/bProcess3"/>
    <dgm:cxn modelId="{A0BA5C54-1B90-4CD6-B4FB-DC201601A2BF}" srcId="{343181C2-01A3-4BD9-B467-CDB8CE36A222}" destId="{E15890A8-3BA4-424D-A780-28107651B8D3}" srcOrd="5" destOrd="0" parTransId="{84713391-DC5D-44B4-82BD-D7CDCC23304E}" sibTransId="{4509609B-99BE-442F-BBE0-818CEB8E90DC}"/>
    <dgm:cxn modelId="{38937080-47D4-4EED-A060-A4331F87B99B}" type="presOf" srcId="{0B8C5FCE-569B-4B08-8D51-C30C5E2DC22D}" destId="{465AB65B-CD7B-48F0-AE8A-C5CECBCA6E36}" srcOrd="1" destOrd="0" presId="urn:microsoft.com/office/officeart/2005/8/layout/bProcess3"/>
    <dgm:cxn modelId="{AFE2C08B-1081-4E74-BAD5-5AA92813FDCB}" type="presOf" srcId="{4509609B-99BE-442F-BBE0-818CEB8E90DC}" destId="{905EBEBB-A9E0-4D9E-A4FF-ED08193C866E}" srcOrd="0" destOrd="0" presId="urn:microsoft.com/office/officeart/2005/8/layout/bProcess3"/>
    <dgm:cxn modelId="{B69C8E8D-4478-4E37-BB30-8C9DC0ED34B1}" type="presOf" srcId="{0B3AFC87-83D8-4AB0-828B-E2B06629EEE0}" destId="{6A739CD9-6A76-49C3-9BF6-7351A7927F3F}" srcOrd="1" destOrd="0" presId="urn:microsoft.com/office/officeart/2005/8/layout/bProcess3"/>
    <dgm:cxn modelId="{0BDBE48F-F970-4D5E-BAD6-C1509B2D8CCE}" type="presOf" srcId="{188F5AEB-F54B-4F24-9FC4-062CC39762DB}" destId="{02F72EBD-A321-4F1D-BEA2-4EC6D795AB0C}" srcOrd="0" destOrd="0" presId="urn:microsoft.com/office/officeart/2005/8/layout/bProcess3"/>
    <dgm:cxn modelId="{0C569094-2184-48C0-A845-7B501D1CFA54}" type="presOf" srcId="{343181C2-01A3-4BD9-B467-CDB8CE36A222}" destId="{D98385A1-8C1B-4BB3-9FB7-F612AA6BB5CB}" srcOrd="0" destOrd="0" presId="urn:microsoft.com/office/officeart/2005/8/layout/bProcess3"/>
    <dgm:cxn modelId="{7D643D97-6AA8-49CE-9838-1D3B3D2FC098}" type="presOf" srcId="{1E7BA8B4-BE05-494F-B943-016DBDD4D895}" destId="{CADB3426-D147-4D70-A31C-8492D00E472C}" srcOrd="0" destOrd="0" presId="urn:microsoft.com/office/officeart/2005/8/layout/bProcess3"/>
    <dgm:cxn modelId="{FC9EE898-1F1E-48A7-855F-126969ECC9CA}" type="presOf" srcId="{41A04BCB-097F-4EA2-8F38-10380F3E5EFE}" destId="{BAC901E9-CF39-4637-94F9-9E52B20F246D}" srcOrd="0" destOrd="0" presId="urn:microsoft.com/office/officeart/2005/8/layout/bProcess3"/>
    <dgm:cxn modelId="{E0EED8A0-9347-4FFC-9A6C-EA50422B8B14}" type="presOf" srcId="{3779F14D-681E-48C9-84BD-B71A21318B48}" destId="{CF8EF721-BFBF-409C-A7A6-92AE32A191D3}" srcOrd="1" destOrd="0" presId="urn:microsoft.com/office/officeart/2005/8/layout/bProcess3"/>
    <dgm:cxn modelId="{6D6345A3-9EC2-4E7E-9326-86E2838352F1}" type="presOf" srcId="{0B8C5FCE-569B-4B08-8D51-C30C5E2DC22D}" destId="{3AA2954E-D1FE-450F-9D54-079C82B8BECD}" srcOrd="0" destOrd="0" presId="urn:microsoft.com/office/officeart/2005/8/layout/bProcess3"/>
    <dgm:cxn modelId="{436828AF-59BA-439D-A77B-75E6C8ABD636}" type="presOf" srcId="{9AC4379A-EAD6-4A28-9C63-571D67A441EE}" destId="{1349670F-E43E-482A-A883-14CC6CB4F610}" srcOrd="0" destOrd="0" presId="urn:microsoft.com/office/officeart/2005/8/layout/bProcess3"/>
    <dgm:cxn modelId="{D1F73AAF-A900-4AFA-B444-EF4683604148}" srcId="{343181C2-01A3-4BD9-B467-CDB8CE36A222}" destId="{41A04BCB-097F-4EA2-8F38-10380F3E5EFE}" srcOrd="7" destOrd="0" parTransId="{A7334FFB-61B0-4293-BAA8-C7649A01DF23}" sibTransId="{1E7BA8B4-BE05-494F-B943-016DBDD4D895}"/>
    <dgm:cxn modelId="{F0AAF1C3-9CE0-4D0D-9C86-07599D509036}" srcId="{343181C2-01A3-4BD9-B467-CDB8CE36A222}" destId="{A8FFD160-8C64-4AFE-ACF9-2F00F5700224}" srcOrd="3" destOrd="0" parTransId="{E6228D59-2351-48E9-B1D3-C0FEAA0A8137}" sibTransId="{EA08AC3E-5C0B-4966-BED4-429E4E6A35FB}"/>
    <dgm:cxn modelId="{AA8725C5-D343-4DF9-B1A2-22EA37DC62D0}" type="presOf" srcId="{A8FFD160-8C64-4AFE-ACF9-2F00F5700224}" destId="{8485A267-7B36-41A1-B53D-59F250CB038B}" srcOrd="0" destOrd="0" presId="urn:microsoft.com/office/officeart/2005/8/layout/bProcess3"/>
    <dgm:cxn modelId="{AB6492C6-8AD0-44AE-8A21-F3A10E1C6EFE}" type="presOf" srcId="{FD459A69-E0BF-4F30-9FDD-FB3B4F7AF127}" destId="{62198F6C-E9A4-42F8-9B6A-366E8CEEDF01}" srcOrd="0" destOrd="0" presId="urn:microsoft.com/office/officeart/2005/8/layout/bProcess3"/>
    <dgm:cxn modelId="{86F73CCE-6BF4-4A4D-84FF-BDC68952E419}" type="presOf" srcId="{FD459A69-E0BF-4F30-9FDD-FB3B4F7AF127}" destId="{BA75685B-1220-4627-A621-98627C379547}" srcOrd="1" destOrd="0" presId="urn:microsoft.com/office/officeart/2005/8/layout/bProcess3"/>
    <dgm:cxn modelId="{ABFA31D1-C51F-4CDE-8114-5E33B97B9D3B}" type="presOf" srcId="{3779F14D-681E-48C9-84BD-B71A21318B48}" destId="{6BBEA367-8883-403C-8148-A44F6ECBA971}" srcOrd="0" destOrd="0" presId="urn:microsoft.com/office/officeart/2005/8/layout/bProcess3"/>
    <dgm:cxn modelId="{B36FDCD1-68B9-415F-8312-17D0B38B0BAF}" type="presOf" srcId="{D29DBA39-3A39-4F85-8E24-A20B58C83E29}" destId="{3C25C0FD-789B-4598-A04B-8EB3BC40BE62}" srcOrd="0" destOrd="0" presId="urn:microsoft.com/office/officeart/2005/8/layout/bProcess3"/>
    <dgm:cxn modelId="{756D31D9-4155-4D42-94CB-7DCA9C292243}" type="presOf" srcId="{1E7BA8B4-BE05-494F-B943-016DBDD4D895}" destId="{DE64C9A8-9358-425C-B7C4-C850ED58AEA9}" srcOrd="1" destOrd="0" presId="urn:microsoft.com/office/officeart/2005/8/layout/bProcess3"/>
    <dgm:cxn modelId="{92DCB0EB-F208-418E-B038-A47CB2891BA1}" type="presOf" srcId="{4509609B-99BE-442F-BBE0-818CEB8E90DC}" destId="{899C3A87-B918-4E51-825C-318BC44EAABC}" srcOrd="1" destOrd="0" presId="urn:microsoft.com/office/officeart/2005/8/layout/bProcess3"/>
    <dgm:cxn modelId="{511F7499-69B7-420A-B4FE-56F2FDA6F4DF}" type="presParOf" srcId="{D98385A1-8C1B-4BB3-9FB7-F612AA6BB5CB}" destId="{E7F644F1-D94D-49B8-AD6D-E890075875E5}" srcOrd="0" destOrd="0" presId="urn:microsoft.com/office/officeart/2005/8/layout/bProcess3"/>
    <dgm:cxn modelId="{12DD7619-E28D-4574-A598-5AA0BCCB1720}" type="presParOf" srcId="{D98385A1-8C1B-4BB3-9FB7-F612AA6BB5CB}" destId="{62198F6C-E9A4-42F8-9B6A-366E8CEEDF01}" srcOrd="1" destOrd="0" presId="urn:microsoft.com/office/officeart/2005/8/layout/bProcess3"/>
    <dgm:cxn modelId="{6A824E01-BC03-4B50-8880-0658531234E4}" type="presParOf" srcId="{62198F6C-E9A4-42F8-9B6A-366E8CEEDF01}" destId="{BA75685B-1220-4627-A621-98627C379547}" srcOrd="0" destOrd="0" presId="urn:microsoft.com/office/officeart/2005/8/layout/bProcess3"/>
    <dgm:cxn modelId="{857722A8-1B99-490C-8619-EA5C2B225ECC}" type="presParOf" srcId="{D98385A1-8C1B-4BB3-9FB7-F612AA6BB5CB}" destId="{77E46BB2-0401-4170-B895-1C50BF1D23BC}" srcOrd="2" destOrd="0" presId="urn:microsoft.com/office/officeart/2005/8/layout/bProcess3"/>
    <dgm:cxn modelId="{4BDA9299-9F35-4BB5-96A7-B8AE6942310D}" type="presParOf" srcId="{D98385A1-8C1B-4BB3-9FB7-F612AA6BB5CB}" destId="{02F72EBD-A321-4F1D-BEA2-4EC6D795AB0C}" srcOrd="3" destOrd="0" presId="urn:microsoft.com/office/officeart/2005/8/layout/bProcess3"/>
    <dgm:cxn modelId="{9C16FA75-B46C-4EF8-8134-B2763F49FC49}" type="presParOf" srcId="{02F72EBD-A321-4F1D-BEA2-4EC6D795AB0C}" destId="{25629656-9EDE-470C-9FD9-42E5232A0F19}" srcOrd="0" destOrd="0" presId="urn:microsoft.com/office/officeart/2005/8/layout/bProcess3"/>
    <dgm:cxn modelId="{2BCF4305-0190-4338-9179-249CD1EC744B}" type="presParOf" srcId="{D98385A1-8C1B-4BB3-9FB7-F612AA6BB5CB}" destId="{3C25C0FD-789B-4598-A04B-8EB3BC40BE62}" srcOrd="4" destOrd="0" presId="urn:microsoft.com/office/officeart/2005/8/layout/bProcess3"/>
    <dgm:cxn modelId="{ACFC6337-0F82-4BCB-9E7E-9089D094DC61}" type="presParOf" srcId="{D98385A1-8C1B-4BB3-9FB7-F612AA6BB5CB}" destId="{486AF483-C0BD-4329-A58A-3B228662F553}" srcOrd="5" destOrd="0" presId="urn:microsoft.com/office/officeart/2005/8/layout/bProcess3"/>
    <dgm:cxn modelId="{5E13173D-AC8A-43C1-8B31-AF2FE98E9694}" type="presParOf" srcId="{486AF483-C0BD-4329-A58A-3B228662F553}" destId="{6A739CD9-6A76-49C3-9BF6-7351A7927F3F}" srcOrd="0" destOrd="0" presId="urn:microsoft.com/office/officeart/2005/8/layout/bProcess3"/>
    <dgm:cxn modelId="{58287EBE-EBA5-4124-AA1E-0D53626A63C4}" type="presParOf" srcId="{D98385A1-8C1B-4BB3-9FB7-F612AA6BB5CB}" destId="{8485A267-7B36-41A1-B53D-59F250CB038B}" srcOrd="6" destOrd="0" presId="urn:microsoft.com/office/officeart/2005/8/layout/bProcess3"/>
    <dgm:cxn modelId="{F4B4B0A5-8141-4805-BDC7-31A503606FA4}" type="presParOf" srcId="{D98385A1-8C1B-4BB3-9FB7-F612AA6BB5CB}" destId="{98508FEF-8985-4792-BC26-56728A13FE63}" srcOrd="7" destOrd="0" presId="urn:microsoft.com/office/officeart/2005/8/layout/bProcess3"/>
    <dgm:cxn modelId="{30BDA120-BCBB-442A-A8F7-4674EBF573AD}" type="presParOf" srcId="{98508FEF-8985-4792-BC26-56728A13FE63}" destId="{AA68679D-3471-4825-B363-0E37AED3180B}" srcOrd="0" destOrd="0" presId="urn:microsoft.com/office/officeart/2005/8/layout/bProcess3"/>
    <dgm:cxn modelId="{1986A985-F38F-46EC-B0B8-596B7952320D}" type="presParOf" srcId="{D98385A1-8C1B-4BB3-9FB7-F612AA6BB5CB}" destId="{8E2A54ED-7C93-44E6-9697-D12610D05827}" srcOrd="8" destOrd="0" presId="urn:microsoft.com/office/officeart/2005/8/layout/bProcess3"/>
    <dgm:cxn modelId="{33B6D04C-6C86-490B-9BBD-98AEF346A9B7}" type="presParOf" srcId="{D98385A1-8C1B-4BB3-9FB7-F612AA6BB5CB}" destId="{63CDF029-0F03-49F8-823F-3B69FC824254}" srcOrd="9" destOrd="0" presId="urn:microsoft.com/office/officeart/2005/8/layout/bProcess3"/>
    <dgm:cxn modelId="{99B6C622-81BB-45AD-98D3-61EC7404451A}" type="presParOf" srcId="{63CDF029-0F03-49F8-823F-3B69FC824254}" destId="{94713263-5CA4-48F5-8BDB-E4BD0C2895D9}" srcOrd="0" destOrd="0" presId="urn:microsoft.com/office/officeart/2005/8/layout/bProcess3"/>
    <dgm:cxn modelId="{4010BBDE-2993-49DC-87E4-873ABFF77267}" type="presParOf" srcId="{D98385A1-8C1B-4BB3-9FB7-F612AA6BB5CB}" destId="{DAD2BA96-21DA-47C3-B1B2-6593DD9EEB7F}" srcOrd="10" destOrd="0" presId="urn:microsoft.com/office/officeart/2005/8/layout/bProcess3"/>
    <dgm:cxn modelId="{61982F95-5512-478B-820F-2FECF347C63F}" type="presParOf" srcId="{D98385A1-8C1B-4BB3-9FB7-F612AA6BB5CB}" destId="{905EBEBB-A9E0-4D9E-A4FF-ED08193C866E}" srcOrd="11" destOrd="0" presId="urn:microsoft.com/office/officeart/2005/8/layout/bProcess3"/>
    <dgm:cxn modelId="{6B2E3C8D-C4D2-4D22-A024-A6711CABFFB6}" type="presParOf" srcId="{905EBEBB-A9E0-4D9E-A4FF-ED08193C866E}" destId="{899C3A87-B918-4E51-825C-318BC44EAABC}" srcOrd="0" destOrd="0" presId="urn:microsoft.com/office/officeart/2005/8/layout/bProcess3"/>
    <dgm:cxn modelId="{AA18DFE9-B54C-4903-A89A-D5EB5F86BEB5}" type="presParOf" srcId="{D98385A1-8C1B-4BB3-9FB7-F612AA6BB5CB}" destId="{1349670F-E43E-482A-A883-14CC6CB4F610}" srcOrd="12" destOrd="0" presId="urn:microsoft.com/office/officeart/2005/8/layout/bProcess3"/>
    <dgm:cxn modelId="{BB197BAC-DFDF-4065-8BB7-56C41A7CEC8A}" type="presParOf" srcId="{D98385A1-8C1B-4BB3-9FB7-F612AA6BB5CB}" destId="{6BBEA367-8883-403C-8148-A44F6ECBA971}" srcOrd="13" destOrd="0" presId="urn:microsoft.com/office/officeart/2005/8/layout/bProcess3"/>
    <dgm:cxn modelId="{1CA302FA-2DFA-4337-8C97-DEB5EC8686CF}" type="presParOf" srcId="{6BBEA367-8883-403C-8148-A44F6ECBA971}" destId="{CF8EF721-BFBF-409C-A7A6-92AE32A191D3}" srcOrd="0" destOrd="0" presId="urn:microsoft.com/office/officeart/2005/8/layout/bProcess3"/>
    <dgm:cxn modelId="{C0F24C2A-E965-4668-A862-2C64BCC49F69}" type="presParOf" srcId="{D98385A1-8C1B-4BB3-9FB7-F612AA6BB5CB}" destId="{BAC901E9-CF39-4637-94F9-9E52B20F246D}" srcOrd="14" destOrd="0" presId="urn:microsoft.com/office/officeart/2005/8/layout/bProcess3"/>
    <dgm:cxn modelId="{4DCEE751-3D71-4C47-9A9A-F7A9E429F710}" type="presParOf" srcId="{D98385A1-8C1B-4BB3-9FB7-F612AA6BB5CB}" destId="{CADB3426-D147-4D70-A31C-8492D00E472C}" srcOrd="15" destOrd="0" presId="urn:microsoft.com/office/officeart/2005/8/layout/bProcess3"/>
    <dgm:cxn modelId="{1B515C98-6001-446D-A65C-4262EA97E201}" type="presParOf" srcId="{CADB3426-D147-4D70-A31C-8492D00E472C}" destId="{DE64C9A8-9358-425C-B7C4-C850ED58AEA9}" srcOrd="0" destOrd="0" presId="urn:microsoft.com/office/officeart/2005/8/layout/bProcess3"/>
    <dgm:cxn modelId="{70C2F8AD-1FE5-4644-8F6D-1F83E604A2CB}" type="presParOf" srcId="{D98385A1-8C1B-4BB3-9FB7-F612AA6BB5CB}" destId="{DF64E6A0-F249-40D2-A61A-29CFD68D2F57}" srcOrd="16" destOrd="0" presId="urn:microsoft.com/office/officeart/2005/8/layout/bProcess3"/>
    <dgm:cxn modelId="{040CFEBF-B6DB-4122-BBE7-2B35EE78A9A1}" type="presParOf" srcId="{D98385A1-8C1B-4BB3-9FB7-F612AA6BB5CB}" destId="{3AA2954E-D1FE-450F-9D54-079C82B8BECD}" srcOrd="17" destOrd="0" presId="urn:microsoft.com/office/officeart/2005/8/layout/bProcess3"/>
    <dgm:cxn modelId="{C66CC14A-BA1B-451B-96F3-0149C036EFAB}" type="presParOf" srcId="{3AA2954E-D1FE-450F-9D54-079C82B8BECD}" destId="{465AB65B-CD7B-48F0-AE8A-C5CECBCA6E36}" srcOrd="0" destOrd="0" presId="urn:microsoft.com/office/officeart/2005/8/layout/bProcess3"/>
    <dgm:cxn modelId="{68348ED3-18CF-4798-8B88-96842416095D}" type="presParOf" srcId="{D98385A1-8C1B-4BB3-9FB7-F612AA6BB5CB}" destId="{B3F02F88-F035-46C2-A14E-A86FA070C638}" srcOrd="1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198F6C-E9A4-42F8-9B6A-366E8CEEDF01}">
      <dsp:nvSpPr>
        <dsp:cNvPr id="0" name=""/>
        <dsp:cNvSpPr/>
      </dsp:nvSpPr>
      <dsp:spPr>
        <a:xfrm>
          <a:off x="1574581" y="1008459"/>
          <a:ext cx="3295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9548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30351" y="1052376"/>
        <a:ext cx="18007" cy="3605"/>
      </dsp:txXfrm>
    </dsp:sp>
    <dsp:sp modelId="{E7F644F1-D94D-49B8-AD6D-E890075875E5}">
      <dsp:nvSpPr>
        <dsp:cNvPr id="0" name=""/>
        <dsp:cNvSpPr/>
      </dsp:nvSpPr>
      <dsp:spPr>
        <a:xfrm>
          <a:off x="10519" y="584420"/>
          <a:ext cx="1565861" cy="939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+mj-lt"/>
              <a:ea typeface="Verdana" panose="020B0604030504040204" pitchFamily="34" charset="0"/>
              <a:cs typeface="Times New Roman" panose="02020603050405020304" pitchFamily="18" charset="0"/>
            </a:rPr>
            <a:t>Weak formulation of the governing equation</a:t>
          </a:r>
        </a:p>
      </dsp:txBody>
      <dsp:txXfrm>
        <a:off x="10519" y="584420"/>
        <a:ext cx="1565861" cy="939517"/>
      </dsp:txXfrm>
    </dsp:sp>
    <dsp:sp modelId="{02F72EBD-A321-4F1D-BEA2-4EC6D795AB0C}">
      <dsp:nvSpPr>
        <dsp:cNvPr id="0" name=""/>
        <dsp:cNvSpPr/>
      </dsp:nvSpPr>
      <dsp:spPr>
        <a:xfrm>
          <a:off x="3500591" y="1008459"/>
          <a:ext cx="3295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9548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56361" y="1052376"/>
        <a:ext cx="18007" cy="3605"/>
      </dsp:txXfrm>
    </dsp:sp>
    <dsp:sp modelId="{77E46BB2-0401-4170-B895-1C50BF1D23BC}">
      <dsp:nvSpPr>
        <dsp:cNvPr id="0" name=""/>
        <dsp:cNvSpPr/>
      </dsp:nvSpPr>
      <dsp:spPr>
        <a:xfrm>
          <a:off x="1936529" y="584420"/>
          <a:ext cx="1565861" cy="939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Transformation to the elemental level</a:t>
          </a:r>
        </a:p>
      </dsp:txBody>
      <dsp:txXfrm>
        <a:off x="1936529" y="584420"/>
        <a:ext cx="1565861" cy="939517"/>
      </dsp:txXfrm>
    </dsp:sp>
    <dsp:sp modelId="{486AF483-C0BD-4329-A58A-3B228662F553}">
      <dsp:nvSpPr>
        <dsp:cNvPr id="0" name=""/>
        <dsp:cNvSpPr/>
      </dsp:nvSpPr>
      <dsp:spPr>
        <a:xfrm>
          <a:off x="5426601" y="1008459"/>
          <a:ext cx="3295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9548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82371" y="1052376"/>
        <a:ext cx="18007" cy="3605"/>
      </dsp:txXfrm>
    </dsp:sp>
    <dsp:sp modelId="{3C25C0FD-789B-4598-A04B-8EB3BC40BE62}">
      <dsp:nvSpPr>
        <dsp:cNvPr id="0" name=""/>
        <dsp:cNvSpPr/>
      </dsp:nvSpPr>
      <dsp:spPr>
        <a:xfrm>
          <a:off x="3862539" y="584420"/>
          <a:ext cx="1565861" cy="939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Transforming Physical domain to Computational domain</a:t>
          </a:r>
        </a:p>
      </dsp:txBody>
      <dsp:txXfrm>
        <a:off x="3862539" y="584420"/>
        <a:ext cx="1565861" cy="939517"/>
      </dsp:txXfrm>
    </dsp:sp>
    <dsp:sp modelId="{98508FEF-8985-4792-BC26-56728A13FE63}">
      <dsp:nvSpPr>
        <dsp:cNvPr id="0" name=""/>
        <dsp:cNvSpPr/>
      </dsp:nvSpPr>
      <dsp:spPr>
        <a:xfrm>
          <a:off x="7352611" y="1008459"/>
          <a:ext cx="3295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9548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508382" y="1052376"/>
        <a:ext cx="18007" cy="3605"/>
      </dsp:txXfrm>
    </dsp:sp>
    <dsp:sp modelId="{8485A267-7B36-41A1-B53D-59F250CB038B}">
      <dsp:nvSpPr>
        <dsp:cNvPr id="0" name=""/>
        <dsp:cNvSpPr/>
      </dsp:nvSpPr>
      <dsp:spPr>
        <a:xfrm>
          <a:off x="5788549" y="584420"/>
          <a:ext cx="1565861" cy="939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Approximation of the unknown variable in terms of Lagrange polynomials</a:t>
          </a:r>
        </a:p>
      </dsp:txBody>
      <dsp:txXfrm>
        <a:off x="5788549" y="584420"/>
        <a:ext cx="1565861" cy="939517"/>
      </dsp:txXfrm>
    </dsp:sp>
    <dsp:sp modelId="{63CDF029-0F03-49F8-823F-3B69FC824254}">
      <dsp:nvSpPr>
        <dsp:cNvPr id="0" name=""/>
        <dsp:cNvSpPr/>
      </dsp:nvSpPr>
      <dsp:spPr>
        <a:xfrm>
          <a:off x="793450" y="1522137"/>
          <a:ext cx="7704040" cy="329548"/>
        </a:xfrm>
        <a:custGeom>
          <a:avLst/>
          <a:gdLst/>
          <a:ahLst/>
          <a:cxnLst/>
          <a:rect l="0" t="0" r="0" b="0"/>
          <a:pathLst>
            <a:path>
              <a:moveTo>
                <a:pt x="7704040" y="0"/>
              </a:moveTo>
              <a:lnTo>
                <a:pt x="7704040" y="181874"/>
              </a:lnTo>
              <a:lnTo>
                <a:pt x="0" y="181874"/>
              </a:lnTo>
              <a:lnTo>
                <a:pt x="0" y="329548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52659" y="1685109"/>
        <a:ext cx="385622" cy="3605"/>
      </dsp:txXfrm>
    </dsp:sp>
    <dsp:sp modelId="{8E2A54ED-7C93-44E6-9697-D12610D05827}">
      <dsp:nvSpPr>
        <dsp:cNvPr id="0" name=""/>
        <dsp:cNvSpPr/>
      </dsp:nvSpPr>
      <dsp:spPr>
        <a:xfrm>
          <a:off x="7714559" y="584420"/>
          <a:ext cx="1565861" cy="939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Numerical Integration based on Gauss Legendre Lobatto Quadrature</a:t>
          </a:r>
        </a:p>
      </dsp:txBody>
      <dsp:txXfrm>
        <a:off x="7714559" y="584420"/>
        <a:ext cx="1565861" cy="939517"/>
      </dsp:txXfrm>
    </dsp:sp>
    <dsp:sp modelId="{905EBEBB-A9E0-4D9E-A4FF-ED08193C866E}">
      <dsp:nvSpPr>
        <dsp:cNvPr id="0" name=""/>
        <dsp:cNvSpPr/>
      </dsp:nvSpPr>
      <dsp:spPr>
        <a:xfrm>
          <a:off x="1574581" y="2308124"/>
          <a:ext cx="3295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9548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30351" y="2352042"/>
        <a:ext cx="18007" cy="3605"/>
      </dsp:txXfrm>
    </dsp:sp>
    <dsp:sp modelId="{DAD2BA96-21DA-47C3-B1B2-6593DD9EEB7F}">
      <dsp:nvSpPr>
        <dsp:cNvPr id="0" name=""/>
        <dsp:cNvSpPr/>
      </dsp:nvSpPr>
      <dsp:spPr>
        <a:xfrm>
          <a:off x="10519" y="1884086"/>
          <a:ext cx="1565861" cy="939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Formulation of Mass, Differential and Laplacian Matrix for single element</a:t>
          </a:r>
        </a:p>
      </dsp:txBody>
      <dsp:txXfrm>
        <a:off x="10519" y="1884086"/>
        <a:ext cx="1565861" cy="939517"/>
      </dsp:txXfrm>
    </dsp:sp>
    <dsp:sp modelId="{6BBEA367-8883-403C-8148-A44F6ECBA971}">
      <dsp:nvSpPr>
        <dsp:cNvPr id="0" name=""/>
        <dsp:cNvSpPr/>
      </dsp:nvSpPr>
      <dsp:spPr>
        <a:xfrm>
          <a:off x="3500591" y="2308124"/>
          <a:ext cx="3295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9548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56361" y="2352042"/>
        <a:ext cx="18007" cy="3605"/>
      </dsp:txXfrm>
    </dsp:sp>
    <dsp:sp modelId="{1349670F-E43E-482A-A883-14CC6CB4F610}">
      <dsp:nvSpPr>
        <dsp:cNvPr id="0" name=""/>
        <dsp:cNvSpPr/>
      </dsp:nvSpPr>
      <dsp:spPr>
        <a:xfrm>
          <a:off x="1936529" y="1884086"/>
          <a:ext cx="1565861" cy="939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Global Assembly of matrices using Connectivity matrix</a:t>
          </a:r>
        </a:p>
      </dsp:txBody>
      <dsp:txXfrm>
        <a:off x="1936529" y="1884086"/>
        <a:ext cx="1565861" cy="939517"/>
      </dsp:txXfrm>
    </dsp:sp>
    <dsp:sp modelId="{CADB3426-D147-4D70-A31C-8492D00E472C}">
      <dsp:nvSpPr>
        <dsp:cNvPr id="0" name=""/>
        <dsp:cNvSpPr/>
      </dsp:nvSpPr>
      <dsp:spPr>
        <a:xfrm>
          <a:off x="5426601" y="2308124"/>
          <a:ext cx="3295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9548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</a:endParaRPr>
        </a:p>
      </dsp:txBody>
      <dsp:txXfrm>
        <a:off x="5582371" y="2352042"/>
        <a:ext cx="18007" cy="3605"/>
      </dsp:txXfrm>
    </dsp:sp>
    <dsp:sp modelId="{BAC901E9-CF39-4637-94F9-9E52B20F246D}">
      <dsp:nvSpPr>
        <dsp:cNvPr id="0" name=""/>
        <dsp:cNvSpPr/>
      </dsp:nvSpPr>
      <dsp:spPr>
        <a:xfrm>
          <a:off x="3862539" y="1884086"/>
          <a:ext cx="1565861" cy="939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Form Linear System of Equations from Global Matrices</a:t>
          </a:r>
        </a:p>
      </dsp:txBody>
      <dsp:txXfrm>
        <a:off x="3862539" y="1884086"/>
        <a:ext cx="1565861" cy="939517"/>
      </dsp:txXfrm>
    </dsp:sp>
    <dsp:sp modelId="{3AA2954E-D1FE-450F-9D54-079C82B8BECD}">
      <dsp:nvSpPr>
        <dsp:cNvPr id="0" name=""/>
        <dsp:cNvSpPr/>
      </dsp:nvSpPr>
      <dsp:spPr>
        <a:xfrm>
          <a:off x="7352611" y="2308124"/>
          <a:ext cx="3295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9548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</a:endParaRPr>
        </a:p>
      </dsp:txBody>
      <dsp:txXfrm>
        <a:off x="7508382" y="2352042"/>
        <a:ext cx="18007" cy="3605"/>
      </dsp:txXfrm>
    </dsp:sp>
    <dsp:sp modelId="{DF64E6A0-F249-40D2-A61A-29CFD68D2F57}">
      <dsp:nvSpPr>
        <dsp:cNvPr id="0" name=""/>
        <dsp:cNvSpPr/>
      </dsp:nvSpPr>
      <dsp:spPr>
        <a:xfrm>
          <a:off x="5788549" y="1884086"/>
          <a:ext cx="1565861" cy="939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Boundary Conditions on Linear system of equation</a:t>
          </a:r>
        </a:p>
      </dsp:txBody>
      <dsp:txXfrm>
        <a:off x="5788549" y="1884086"/>
        <a:ext cx="1565861" cy="939517"/>
      </dsp:txXfrm>
    </dsp:sp>
    <dsp:sp modelId="{B3F02F88-F035-46C2-A14E-A86FA070C638}">
      <dsp:nvSpPr>
        <dsp:cNvPr id="0" name=""/>
        <dsp:cNvSpPr/>
      </dsp:nvSpPr>
      <dsp:spPr>
        <a:xfrm>
          <a:off x="7714559" y="1884086"/>
          <a:ext cx="1565861" cy="9395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Solving Linear System of Equations to obtain required solutions</a:t>
          </a:r>
        </a:p>
      </dsp:txBody>
      <dsp:txXfrm>
        <a:off x="7714559" y="1884086"/>
        <a:ext cx="1565861" cy="9395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8FCF8-7C29-4402-A294-D2929EAD3B70}">
      <dsp:nvSpPr>
        <dsp:cNvPr id="0" name=""/>
        <dsp:cNvSpPr/>
      </dsp:nvSpPr>
      <dsp:spPr>
        <a:xfrm>
          <a:off x="0" y="39864"/>
          <a:ext cx="3076451" cy="7712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+mj-lt"/>
            </a:rPr>
            <a:t>Element-by-element Assembly Approach</a:t>
          </a:r>
        </a:p>
      </dsp:txBody>
      <dsp:txXfrm>
        <a:off x="22588" y="62452"/>
        <a:ext cx="3031275" cy="726052"/>
      </dsp:txXfrm>
    </dsp:sp>
    <dsp:sp modelId="{BD6B04DF-81DE-4DEF-9419-90878249D5E1}">
      <dsp:nvSpPr>
        <dsp:cNvPr id="0" name=""/>
        <dsp:cNvSpPr/>
      </dsp:nvSpPr>
      <dsp:spPr>
        <a:xfrm>
          <a:off x="307645" y="811092"/>
          <a:ext cx="310041" cy="764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4418"/>
              </a:lnTo>
              <a:lnTo>
                <a:pt x="310041" y="7644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E56062-B367-460C-BAAD-3804D8953500}">
      <dsp:nvSpPr>
        <dsp:cNvPr id="0" name=""/>
        <dsp:cNvSpPr/>
      </dsp:nvSpPr>
      <dsp:spPr>
        <a:xfrm>
          <a:off x="617687" y="1059611"/>
          <a:ext cx="2734134" cy="1031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IN" sz="1300" kern="1200" dirty="0">
              <a:latin typeface="+mj-lt"/>
            </a:rPr>
            <a:t>Global A Matrix not stored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kern="1200" dirty="0">
              <a:latin typeface="+mj-lt"/>
            </a:rPr>
            <a:t>In </a:t>
          </a:r>
          <a14:m xmlns:a14="http://schemas.microsoft.com/office/drawing/2010/main">
            <m:oMath xmlns:m="http://schemas.openxmlformats.org/officeDocument/2006/math">
              <m:r>
                <a:rPr lang="en-IN" sz="1300" b="0" i="1" kern="1200" smtClean="0">
                  <a:latin typeface="Cambria Math" panose="02040503050406030204" pitchFamily="18" charset="0"/>
                </a:rPr>
                <m:t>𝐴𝑥</m:t>
              </m:r>
              <m:r>
                <a:rPr lang="en-IN" sz="1300" b="0" i="1" kern="1200" smtClean="0">
                  <a:latin typeface="Cambria Math" panose="02040503050406030204" pitchFamily="18" charset="0"/>
                </a:rPr>
                <m:t>=</m:t>
              </m:r>
              <m:r>
                <a:rPr lang="en-IN" sz="1300" b="0" i="1" kern="1200" smtClean="0">
                  <a:latin typeface="Cambria Math" panose="02040503050406030204" pitchFamily="18" charset="0"/>
                </a:rPr>
                <m:t>𝑏</m:t>
              </m:r>
            </m:oMath>
          </a14:m>
          <a:r>
            <a:rPr lang="en-IN" sz="1300" kern="1200" dirty="0">
              <a:latin typeface="+mj-lt"/>
            </a:rPr>
            <a:t>, only the matrix-vector product is assembled from element-level matrices to form the global vector = Ax </a:t>
          </a:r>
        </a:p>
      </dsp:txBody>
      <dsp:txXfrm>
        <a:off x="647907" y="1089831"/>
        <a:ext cx="2673694" cy="971358"/>
      </dsp:txXfrm>
    </dsp:sp>
    <dsp:sp modelId="{B5D9C319-605D-4EFA-94CC-4723FA330A46}">
      <dsp:nvSpPr>
        <dsp:cNvPr id="0" name=""/>
        <dsp:cNvSpPr/>
      </dsp:nvSpPr>
      <dsp:spPr>
        <a:xfrm>
          <a:off x="307645" y="811092"/>
          <a:ext cx="310041" cy="19298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9829"/>
              </a:lnTo>
              <a:lnTo>
                <a:pt x="310041" y="19298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0319A0-C294-4406-B9FA-9A16C2362003}">
      <dsp:nvSpPr>
        <dsp:cNvPr id="0" name=""/>
        <dsp:cNvSpPr/>
      </dsp:nvSpPr>
      <dsp:spPr>
        <a:xfrm>
          <a:off x="617687" y="2349360"/>
          <a:ext cx="2728966" cy="7831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+mj-lt"/>
            </a:rPr>
            <a:t>All operations can be parallelized at the element level</a:t>
          </a:r>
        </a:p>
      </dsp:txBody>
      <dsp:txXfrm>
        <a:off x="640624" y="2372297"/>
        <a:ext cx="2683092" cy="737250"/>
      </dsp:txXfrm>
    </dsp:sp>
    <dsp:sp modelId="{15EB3036-D6DE-46DC-86FA-5778EF50A4FC}">
      <dsp:nvSpPr>
        <dsp:cNvPr id="0" name=""/>
        <dsp:cNvSpPr/>
      </dsp:nvSpPr>
      <dsp:spPr>
        <a:xfrm>
          <a:off x="307645" y="811092"/>
          <a:ext cx="310041" cy="28582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58241"/>
              </a:lnTo>
              <a:lnTo>
                <a:pt x="310041" y="28582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C5E61F-1928-4D3F-9FDC-A82EA49309AF}">
      <dsp:nvSpPr>
        <dsp:cNvPr id="0" name=""/>
        <dsp:cNvSpPr/>
      </dsp:nvSpPr>
      <dsp:spPr>
        <a:xfrm>
          <a:off x="617687" y="3390434"/>
          <a:ext cx="2651623" cy="557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+mj-lt"/>
            </a:rPr>
            <a:t>Only Jacobi preconditioner can be easily applied</a:t>
          </a:r>
        </a:p>
      </dsp:txBody>
      <dsp:txXfrm>
        <a:off x="634024" y="3406771"/>
        <a:ext cx="2618949" cy="525126"/>
      </dsp:txXfrm>
    </dsp:sp>
    <dsp:sp modelId="{0EEBF726-9F48-42DD-B768-BC9469335BC4}">
      <dsp:nvSpPr>
        <dsp:cNvPr id="0" name=""/>
        <dsp:cNvSpPr/>
      </dsp:nvSpPr>
      <dsp:spPr>
        <a:xfrm>
          <a:off x="307645" y="811092"/>
          <a:ext cx="310041" cy="37073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07324"/>
              </a:lnTo>
              <a:lnTo>
                <a:pt x="310041" y="370732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BA5AA6-CB15-4C95-8649-0B61820716BE}">
      <dsp:nvSpPr>
        <dsp:cNvPr id="0" name=""/>
        <dsp:cNvSpPr/>
      </dsp:nvSpPr>
      <dsp:spPr>
        <a:xfrm>
          <a:off x="617687" y="4206184"/>
          <a:ext cx="2670921" cy="6244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+mj-lt"/>
            </a:rPr>
            <a:t>Repetitive Assembly operations for the matrix-vector product for each iteration of each timestep </a:t>
          </a:r>
        </a:p>
      </dsp:txBody>
      <dsp:txXfrm>
        <a:off x="635977" y="4224474"/>
        <a:ext cx="2634341" cy="587885"/>
      </dsp:txXfrm>
    </dsp:sp>
    <dsp:sp modelId="{9AD9174E-F334-4604-BDE1-27D0E5CC87AD}">
      <dsp:nvSpPr>
        <dsp:cNvPr id="0" name=""/>
        <dsp:cNvSpPr/>
      </dsp:nvSpPr>
      <dsp:spPr>
        <a:xfrm>
          <a:off x="3594747" y="30434"/>
          <a:ext cx="3148079" cy="728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+mj-lt"/>
            </a:rPr>
            <a:t>Global Assembly Approach </a:t>
          </a:r>
        </a:p>
      </dsp:txBody>
      <dsp:txXfrm>
        <a:off x="3616073" y="51760"/>
        <a:ext cx="3105427" cy="685488"/>
      </dsp:txXfrm>
    </dsp:sp>
    <dsp:sp modelId="{4F103749-8594-407B-B3C2-83B9C748B509}">
      <dsp:nvSpPr>
        <dsp:cNvPr id="0" name=""/>
        <dsp:cNvSpPr/>
      </dsp:nvSpPr>
      <dsp:spPr>
        <a:xfrm>
          <a:off x="3909555" y="758574"/>
          <a:ext cx="314807" cy="5762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6290"/>
              </a:lnTo>
              <a:lnTo>
                <a:pt x="314807" y="57629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9E4E52-4EA2-47F4-AAEE-0AF143C8E890}">
      <dsp:nvSpPr>
        <dsp:cNvPr id="0" name=""/>
        <dsp:cNvSpPr/>
      </dsp:nvSpPr>
      <dsp:spPr>
        <a:xfrm>
          <a:off x="4224363" y="1016524"/>
          <a:ext cx="2656377" cy="6366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+mj-lt"/>
            </a:rPr>
            <a:t>Global Matrix is formed in CSR format</a:t>
          </a:r>
        </a:p>
      </dsp:txBody>
      <dsp:txXfrm>
        <a:off x="4243011" y="1035172"/>
        <a:ext cx="2619081" cy="599385"/>
      </dsp:txXfrm>
    </dsp:sp>
    <dsp:sp modelId="{83C22182-3B02-481D-868C-5D7BDE8751B4}">
      <dsp:nvSpPr>
        <dsp:cNvPr id="0" name=""/>
        <dsp:cNvSpPr/>
      </dsp:nvSpPr>
      <dsp:spPr>
        <a:xfrm>
          <a:off x="3909555" y="758574"/>
          <a:ext cx="314807" cy="1541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1125"/>
              </a:lnTo>
              <a:lnTo>
                <a:pt x="314807" y="15411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66C913-CF81-4DAE-B11D-75C3F0FEA758}">
      <dsp:nvSpPr>
        <dsp:cNvPr id="0" name=""/>
        <dsp:cNvSpPr/>
      </dsp:nvSpPr>
      <dsp:spPr>
        <a:xfrm>
          <a:off x="4224363" y="1911155"/>
          <a:ext cx="2559586" cy="7770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+mj-lt"/>
            </a:rPr>
            <a:t>Can use multiple preconditioners and solvers; many numerical libraries are available</a:t>
          </a:r>
        </a:p>
      </dsp:txBody>
      <dsp:txXfrm>
        <a:off x="4247123" y="1933915"/>
        <a:ext cx="2514066" cy="731568"/>
      </dsp:txXfrm>
    </dsp:sp>
    <dsp:sp modelId="{B9D19B35-A35C-4108-BF91-5EEBC150B025}">
      <dsp:nvSpPr>
        <dsp:cNvPr id="0" name=""/>
        <dsp:cNvSpPr/>
      </dsp:nvSpPr>
      <dsp:spPr>
        <a:xfrm>
          <a:off x="3909555" y="758574"/>
          <a:ext cx="314807" cy="24318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1861"/>
              </a:lnTo>
              <a:lnTo>
                <a:pt x="314807" y="243186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89C28B-5BDF-40C3-A2D0-D2A70682C45A}">
      <dsp:nvSpPr>
        <dsp:cNvPr id="0" name=""/>
        <dsp:cNvSpPr/>
      </dsp:nvSpPr>
      <dsp:spPr>
        <a:xfrm>
          <a:off x="4224363" y="2946193"/>
          <a:ext cx="2524505" cy="4884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+mj-lt"/>
            </a:rPr>
            <a:t>Many commercial library Solvers</a:t>
          </a:r>
        </a:p>
      </dsp:txBody>
      <dsp:txXfrm>
        <a:off x="4238670" y="2960500"/>
        <a:ext cx="2495891" cy="459870"/>
      </dsp:txXfrm>
    </dsp:sp>
    <dsp:sp modelId="{E1401603-D8F4-40E6-A76D-6C8B6168459C}">
      <dsp:nvSpPr>
        <dsp:cNvPr id="0" name=""/>
        <dsp:cNvSpPr/>
      </dsp:nvSpPr>
      <dsp:spPr>
        <a:xfrm>
          <a:off x="3909555" y="758574"/>
          <a:ext cx="314807" cy="31566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56699"/>
              </a:lnTo>
              <a:lnTo>
                <a:pt x="314807" y="315669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4A6B51-6EED-4299-BE58-5A491BA818F0}">
      <dsp:nvSpPr>
        <dsp:cNvPr id="0" name=""/>
        <dsp:cNvSpPr/>
      </dsp:nvSpPr>
      <dsp:spPr>
        <a:xfrm>
          <a:off x="4224363" y="3692627"/>
          <a:ext cx="2517241" cy="4452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+mj-lt"/>
            </a:rPr>
            <a:t>Single-assembly operation</a:t>
          </a:r>
        </a:p>
      </dsp:txBody>
      <dsp:txXfrm>
        <a:off x="4237405" y="3705669"/>
        <a:ext cx="2491157" cy="419209"/>
      </dsp:txXfrm>
    </dsp:sp>
    <dsp:sp modelId="{A562886C-6EB1-4DC6-8429-F5C703544F5B}">
      <dsp:nvSpPr>
        <dsp:cNvPr id="0" name=""/>
        <dsp:cNvSpPr/>
      </dsp:nvSpPr>
      <dsp:spPr>
        <a:xfrm>
          <a:off x="3909555" y="758574"/>
          <a:ext cx="314807" cy="38470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47024"/>
              </a:lnTo>
              <a:lnTo>
                <a:pt x="314807" y="384702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5ED9C2-581F-44DB-A245-BCBA1DA0A5E9}">
      <dsp:nvSpPr>
        <dsp:cNvPr id="0" name=""/>
        <dsp:cNvSpPr/>
      </dsp:nvSpPr>
      <dsp:spPr>
        <a:xfrm>
          <a:off x="4224363" y="4395870"/>
          <a:ext cx="2527526" cy="4194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latin typeface="+mj-lt"/>
            </a:rPr>
            <a:t>Absence of element-level parallelization </a:t>
          </a:r>
        </a:p>
      </dsp:txBody>
      <dsp:txXfrm>
        <a:off x="4236648" y="4408155"/>
        <a:ext cx="2502956" cy="3948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198F6C-E9A4-42F8-9B6A-366E8CEEDF01}">
      <dsp:nvSpPr>
        <dsp:cNvPr id="0" name=""/>
        <dsp:cNvSpPr/>
      </dsp:nvSpPr>
      <dsp:spPr>
        <a:xfrm>
          <a:off x="1886727" y="1217201"/>
          <a:ext cx="4008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862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76372" y="1260762"/>
        <a:ext cx="21573" cy="4318"/>
      </dsp:txXfrm>
    </dsp:sp>
    <dsp:sp modelId="{E7F644F1-D94D-49B8-AD6D-E890075875E5}">
      <dsp:nvSpPr>
        <dsp:cNvPr id="0" name=""/>
        <dsp:cNvSpPr/>
      </dsp:nvSpPr>
      <dsp:spPr>
        <a:xfrm>
          <a:off x="12601" y="700144"/>
          <a:ext cx="1875925" cy="11255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+mj-lt"/>
              <a:ea typeface="Verdana" panose="020B0604030504040204" pitchFamily="34" charset="0"/>
              <a:cs typeface="Times New Roman" panose="02020603050405020304" pitchFamily="18" charset="0"/>
            </a:rPr>
            <a:t>Weak formulation of the governing equation</a:t>
          </a:r>
        </a:p>
      </dsp:txBody>
      <dsp:txXfrm>
        <a:off x="12601" y="700144"/>
        <a:ext cx="1875925" cy="1125555"/>
      </dsp:txXfrm>
    </dsp:sp>
    <dsp:sp modelId="{02F72EBD-A321-4F1D-BEA2-4EC6D795AB0C}">
      <dsp:nvSpPr>
        <dsp:cNvPr id="0" name=""/>
        <dsp:cNvSpPr/>
      </dsp:nvSpPr>
      <dsp:spPr>
        <a:xfrm>
          <a:off x="4194115" y="1217201"/>
          <a:ext cx="4008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862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83760" y="1260762"/>
        <a:ext cx="21573" cy="4318"/>
      </dsp:txXfrm>
    </dsp:sp>
    <dsp:sp modelId="{77E46BB2-0401-4170-B895-1C50BF1D23BC}">
      <dsp:nvSpPr>
        <dsp:cNvPr id="0" name=""/>
        <dsp:cNvSpPr/>
      </dsp:nvSpPr>
      <dsp:spPr>
        <a:xfrm>
          <a:off x="2319990" y="700144"/>
          <a:ext cx="1875925" cy="11255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Transformation to the elemental level</a:t>
          </a:r>
        </a:p>
      </dsp:txBody>
      <dsp:txXfrm>
        <a:off x="2319990" y="700144"/>
        <a:ext cx="1875925" cy="1125555"/>
      </dsp:txXfrm>
    </dsp:sp>
    <dsp:sp modelId="{486AF483-C0BD-4329-A58A-3B228662F553}">
      <dsp:nvSpPr>
        <dsp:cNvPr id="0" name=""/>
        <dsp:cNvSpPr/>
      </dsp:nvSpPr>
      <dsp:spPr>
        <a:xfrm>
          <a:off x="6501504" y="1217201"/>
          <a:ext cx="4008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862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691149" y="1260762"/>
        <a:ext cx="21573" cy="4318"/>
      </dsp:txXfrm>
    </dsp:sp>
    <dsp:sp modelId="{3C25C0FD-789B-4598-A04B-8EB3BC40BE62}">
      <dsp:nvSpPr>
        <dsp:cNvPr id="0" name=""/>
        <dsp:cNvSpPr/>
      </dsp:nvSpPr>
      <dsp:spPr>
        <a:xfrm>
          <a:off x="4627378" y="700144"/>
          <a:ext cx="1875925" cy="11255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Transforming Physical domain to Computational domain</a:t>
          </a:r>
        </a:p>
      </dsp:txBody>
      <dsp:txXfrm>
        <a:off x="4627378" y="700144"/>
        <a:ext cx="1875925" cy="1125555"/>
      </dsp:txXfrm>
    </dsp:sp>
    <dsp:sp modelId="{98508FEF-8985-4792-BC26-56728A13FE63}">
      <dsp:nvSpPr>
        <dsp:cNvPr id="0" name=""/>
        <dsp:cNvSpPr/>
      </dsp:nvSpPr>
      <dsp:spPr>
        <a:xfrm>
          <a:off x="8808892" y="1217201"/>
          <a:ext cx="4008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862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998537" y="1260762"/>
        <a:ext cx="21573" cy="4318"/>
      </dsp:txXfrm>
    </dsp:sp>
    <dsp:sp modelId="{8485A267-7B36-41A1-B53D-59F250CB038B}">
      <dsp:nvSpPr>
        <dsp:cNvPr id="0" name=""/>
        <dsp:cNvSpPr/>
      </dsp:nvSpPr>
      <dsp:spPr>
        <a:xfrm>
          <a:off x="6934767" y="700144"/>
          <a:ext cx="1875925" cy="11255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Approximation of the unknown variable in terms of Lagrange polynomials</a:t>
          </a:r>
        </a:p>
      </dsp:txBody>
      <dsp:txXfrm>
        <a:off x="6934767" y="700144"/>
        <a:ext cx="1875925" cy="1125555"/>
      </dsp:txXfrm>
    </dsp:sp>
    <dsp:sp modelId="{63CDF029-0F03-49F8-823F-3B69FC824254}">
      <dsp:nvSpPr>
        <dsp:cNvPr id="0" name=""/>
        <dsp:cNvSpPr/>
      </dsp:nvSpPr>
      <dsp:spPr>
        <a:xfrm>
          <a:off x="950564" y="1823899"/>
          <a:ext cx="9229553" cy="400862"/>
        </a:xfrm>
        <a:custGeom>
          <a:avLst/>
          <a:gdLst/>
          <a:ahLst/>
          <a:cxnLst/>
          <a:rect l="0" t="0" r="0" b="0"/>
          <a:pathLst>
            <a:path>
              <a:moveTo>
                <a:pt x="9229553" y="0"/>
              </a:moveTo>
              <a:lnTo>
                <a:pt x="9229553" y="217531"/>
              </a:lnTo>
              <a:lnTo>
                <a:pt x="0" y="217531"/>
              </a:lnTo>
              <a:lnTo>
                <a:pt x="0" y="400862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334350" y="2022171"/>
        <a:ext cx="461981" cy="4318"/>
      </dsp:txXfrm>
    </dsp:sp>
    <dsp:sp modelId="{8E2A54ED-7C93-44E6-9697-D12610D05827}">
      <dsp:nvSpPr>
        <dsp:cNvPr id="0" name=""/>
        <dsp:cNvSpPr/>
      </dsp:nvSpPr>
      <dsp:spPr>
        <a:xfrm>
          <a:off x="9242155" y="700144"/>
          <a:ext cx="1875925" cy="11255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Numerical Integration based on Gauss Legendre Lobatto Quadrature</a:t>
          </a:r>
        </a:p>
      </dsp:txBody>
      <dsp:txXfrm>
        <a:off x="9242155" y="700144"/>
        <a:ext cx="1875925" cy="1125555"/>
      </dsp:txXfrm>
    </dsp:sp>
    <dsp:sp modelId="{905EBEBB-A9E0-4D9E-A4FF-ED08193C866E}">
      <dsp:nvSpPr>
        <dsp:cNvPr id="0" name=""/>
        <dsp:cNvSpPr/>
      </dsp:nvSpPr>
      <dsp:spPr>
        <a:xfrm>
          <a:off x="1886727" y="2774220"/>
          <a:ext cx="4008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862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76372" y="2817780"/>
        <a:ext cx="21573" cy="4318"/>
      </dsp:txXfrm>
    </dsp:sp>
    <dsp:sp modelId="{DAD2BA96-21DA-47C3-B1B2-6593DD9EEB7F}">
      <dsp:nvSpPr>
        <dsp:cNvPr id="0" name=""/>
        <dsp:cNvSpPr/>
      </dsp:nvSpPr>
      <dsp:spPr>
        <a:xfrm>
          <a:off x="12601" y="2257162"/>
          <a:ext cx="1875925" cy="11255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Formulation of Mass, Differential and Laplacian Matrix for single element</a:t>
          </a:r>
        </a:p>
      </dsp:txBody>
      <dsp:txXfrm>
        <a:off x="12601" y="2257162"/>
        <a:ext cx="1875925" cy="1125555"/>
      </dsp:txXfrm>
    </dsp:sp>
    <dsp:sp modelId="{6BBEA367-8883-403C-8148-A44F6ECBA971}">
      <dsp:nvSpPr>
        <dsp:cNvPr id="0" name=""/>
        <dsp:cNvSpPr/>
      </dsp:nvSpPr>
      <dsp:spPr>
        <a:xfrm>
          <a:off x="4194115" y="2774220"/>
          <a:ext cx="4008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862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83760" y="2817780"/>
        <a:ext cx="21573" cy="4318"/>
      </dsp:txXfrm>
    </dsp:sp>
    <dsp:sp modelId="{1349670F-E43E-482A-A883-14CC6CB4F610}">
      <dsp:nvSpPr>
        <dsp:cNvPr id="0" name=""/>
        <dsp:cNvSpPr/>
      </dsp:nvSpPr>
      <dsp:spPr>
        <a:xfrm>
          <a:off x="2319990" y="2257162"/>
          <a:ext cx="1875925" cy="11255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Global Assembly of matrices using Connectivity matrix</a:t>
          </a:r>
        </a:p>
      </dsp:txBody>
      <dsp:txXfrm>
        <a:off x="2319990" y="2257162"/>
        <a:ext cx="1875925" cy="1125555"/>
      </dsp:txXfrm>
    </dsp:sp>
    <dsp:sp modelId="{CADB3426-D147-4D70-A31C-8492D00E472C}">
      <dsp:nvSpPr>
        <dsp:cNvPr id="0" name=""/>
        <dsp:cNvSpPr/>
      </dsp:nvSpPr>
      <dsp:spPr>
        <a:xfrm>
          <a:off x="6501504" y="2774220"/>
          <a:ext cx="4008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862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</a:endParaRPr>
        </a:p>
      </dsp:txBody>
      <dsp:txXfrm>
        <a:off x="6691149" y="2817780"/>
        <a:ext cx="21573" cy="4318"/>
      </dsp:txXfrm>
    </dsp:sp>
    <dsp:sp modelId="{BAC901E9-CF39-4637-94F9-9E52B20F246D}">
      <dsp:nvSpPr>
        <dsp:cNvPr id="0" name=""/>
        <dsp:cNvSpPr/>
      </dsp:nvSpPr>
      <dsp:spPr>
        <a:xfrm>
          <a:off x="4627378" y="2257162"/>
          <a:ext cx="1875925" cy="11255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Form Linear System of Equations from Global Matrices</a:t>
          </a:r>
        </a:p>
      </dsp:txBody>
      <dsp:txXfrm>
        <a:off x="4627378" y="2257162"/>
        <a:ext cx="1875925" cy="1125555"/>
      </dsp:txXfrm>
    </dsp:sp>
    <dsp:sp modelId="{3AA2954E-D1FE-450F-9D54-079C82B8BECD}">
      <dsp:nvSpPr>
        <dsp:cNvPr id="0" name=""/>
        <dsp:cNvSpPr/>
      </dsp:nvSpPr>
      <dsp:spPr>
        <a:xfrm>
          <a:off x="8808892" y="2774220"/>
          <a:ext cx="4008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862" y="45720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  <a:tailEnd type="arrow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rgbClr val="002060"/>
            </a:solidFill>
          </a:endParaRPr>
        </a:p>
      </dsp:txBody>
      <dsp:txXfrm>
        <a:off x="8998537" y="2817780"/>
        <a:ext cx="21573" cy="4318"/>
      </dsp:txXfrm>
    </dsp:sp>
    <dsp:sp modelId="{DF64E6A0-F249-40D2-A61A-29CFD68D2F57}">
      <dsp:nvSpPr>
        <dsp:cNvPr id="0" name=""/>
        <dsp:cNvSpPr/>
      </dsp:nvSpPr>
      <dsp:spPr>
        <a:xfrm>
          <a:off x="6934767" y="2257162"/>
          <a:ext cx="1875925" cy="11255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Boundary Conditions on Linear system of equation</a:t>
          </a:r>
        </a:p>
      </dsp:txBody>
      <dsp:txXfrm>
        <a:off x="6934767" y="2257162"/>
        <a:ext cx="1875925" cy="1125555"/>
      </dsp:txXfrm>
    </dsp:sp>
    <dsp:sp modelId="{B3F02F88-F035-46C2-A14E-A86FA070C638}">
      <dsp:nvSpPr>
        <dsp:cNvPr id="0" name=""/>
        <dsp:cNvSpPr/>
      </dsp:nvSpPr>
      <dsp:spPr>
        <a:xfrm>
          <a:off x="9242155" y="2257162"/>
          <a:ext cx="1875925" cy="11255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2060"/>
              </a:solidFill>
              <a:latin typeface="Times New Roman" panose="02020603050405020304"/>
              <a:ea typeface="Verdana" panose="020B0604030504040204" pitchFamily="34" charset="0"/>
              <a:cs typeface="Times New Roman" panose="02020603050405020304" pitchFamily="18" charset="0"/>
            </a:rPr>
            <a:t>Solving Linear System of Equations to obtain required solutions</a:t>
          </a:r>
        </a:p>
      </dsp:txBody>
      <dsp:txXfrm>
        <a:off x="9242155" y="2257162"/>
        <a:ext cx="1875925" cy="11255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ABDF2D-5F04-4AC1-AD27-4B7BC8FF9E81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A76125-441C-43A5-B17B-C506C1A41C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511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SEM = SM + FEM</a:t>
            </a:r>
          </a:p>
          <a:p>
            <a:r>
              <a:rPr lang="en-IN" dirty="0"/>
              <a:t>Compare with FDM and FVM</a:t>
            </a:r>
          </a:p>
          <a:p>
            <a:r>
              <a:rPr lang="en-IN" dirty="0"/>
              <a:t>Give background of senior’s work</a:t>
            </a:r>
          </a:p>
          <a:p>
            <a:r>
              <a:rPr lang="en-IN" dirty="0" err="1"/>
              <a:t>Ladyzenskaya</a:t>
            </a:r>
            <a:r>
              <a:rPr lang="en-IN" dirty="0"/>
              <a:t> </a:t>
            </a:r>
            <a:r>
              <a:rPr lang="en-IN" dirty="0" err="1"/>
              <a:t>Babuska</a:t>
            </a:r>
            <a:r>
              <a:rPr lang="en-IN" dirty="0"/>
              <a:t> </a:t>
            </a:r>
            <a:r>
              <a:rPr lang="en-IN" dirty="0" err="1"/>
              <a:t>Brezzi</a:t>
            </a:r>
            <a:r>
              <a:rPr lang="en-IN" dirty="0"/>
              <a:t> (LBB) or inf-sup conditions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76125-441C-43A5-B17B-C506C1A41C9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601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76125-441C-43A5-B17B-C506C1A41C9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550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Equidistant points</a:t>
            </a:r>
          </a:p>
          <a:p>
            <a:r>
              <a:rPr lang="en-IN" dirty="0"/>
              <a:t>Can be extended to SEM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76125-441C-43A5-B17B-C506C1A41C9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753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76125-441C-43A5-B17B-C506C1A41C97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716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Physical to Computational domain</a:t>
            </a:r>
          </a:p>
          <a:p>
            <a:r>
              <a:rPr lang="en-IN" dirty="0"/>
              <a:t>We only read pressure mesh from </a:t>
            </a:r>
            <a:r>
              <a:rPr lang="en-IN" dirty="0" err="1"/>
              <a:t>gmsh</a:t>
            </a:r>
            <a:r>
              <a:rPr lang="en-IN" dirty="0"/>
              <a:t> file</a:t>
            </a:r>
          </a:p>
          <a:p>
            <a:r>
              <a:rPr lang="en-IN" dirty="0"/>
              <a:t>Reordering the nodes in order &gt;&gt; creating SEM mesh &gt;&gt; Transforming back to physical domain</a:t>
            </a:r>
          </a:p>
          <a:p>
            <a:r>
              <a:rPr lang="en-IN" dirty="0"/>
              <a:t>Jacobian used for transformation and also used in integrals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76125-441C-43A5-B17B-C506C1A41C97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095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Tell the size of all matrices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76125-441C-43A5-B17B-C506C1A41C97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885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we are using a finite dimensional polynomial representation, that we cannot exactly satisfy the original homogeneous PDE.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FDE31-DC80-4DD1-A76E-0BD9745FA232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576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691F7-4382-31B5-5B99-6F0255CD0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D798A-6CC2-3BC9-26E5-445C60347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268CA-6926-2399-963D-86A11DED1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411C42B-C195-494F-98D8-04EA910EB31C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CBE78-9A67-5FDF-BCB0-1ADE738B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A3BC3-98F9-CC75-91BA-5726C91E1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19131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E6CC8-DFDC-FCF5-5369-A2C0C915B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4951C2-0960-865F-169B-483021D47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E557-92CA-41F4-AFB5-DB644915ABF7}" type="datetime1">
              <a:rPr lang="en-IN" smtClean="0"/>
              <a:t>13-06-2025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1660E8-B5B6-4E36-39E1-B6F54ECE8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24666-F726-7B0E-F1E2-3DF92E1EC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626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A83A9-6C4F-01EB-CA98-F34B534E2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E975A-49C3-B94E-D1A9-A34EE800B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5BE67-669E-1426-67B9-2B87C3BAF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0473A-E981-46F9-8BB6-BA7D1A1A4AC3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50196-FD31-225B-4B3A-0366A857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87381-D8DD-64B4-54BD-B35408E4C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543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A576-1218-D02C-B41E-91FDF9750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F741D-6300-467E-3CC1-E868B30E4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2AC37-9691-DAAD-E6D3-1AAD5E34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246F1-4265-4567-88DE-96C3A10F9295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13B99-9D18-0512-38E9-74A0661F0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42E71-AA42-FBF1-7B89-F21E7CE9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596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1B3C4-FC03-3C16-679E-04F7F6921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B1AE4-50EE-C3EE-4468-84DEC63BA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66299-D002-0BA5-1841-131CAA1A9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3DB5F-6390-D2B0-0C5E-3CBFD2203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C81B-31CE-416F-AE9A-F7E8A1BD01E1}" type="datetime1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C8019-D47D-477E-EA51-A06312331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C9798-C24F-DA66-E00D-50D249A63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566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871B0-B728-AE55-B36F-42D8C6D7E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B6570-B43B-0666-2575-1DC8A98AD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724A6-B40F-2D64-6F39-1DFA12EFA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C0FD5F-7D42-14BF-A0C9-F81E7AEE4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DE13-D9D6-AD0A-6702-E24E06B055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F67C3A-8380-5E96-11E9-94581255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328A4-8FC2-4EA5-B9DF-E7D78DE65B53}" type="datetime1">
              <a:rPr lang="en-IN" smtClean="0"/>
              <a:t>13-06-2025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34B3C2-A0DD-F9B9-A3C0-A35F31134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F776D7-0D12-5000-48CD-0FA07624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32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00C4-7678-C4F7-5C99-459B1AA85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88A13E-6520-3B46-0E85-ED4BC05E1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AE465-FF5A-4745-8D36-22F918B39C36}" type="datetime1">
              <a:rPr lang="en-IN" smtClean="0"/>
              <a:t>13-06-2025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29ECB-71AE-93AA-83FC-F975768C6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F1E78F-2720-E7DD-2BE4-7BE478B2B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659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EA8018-1824-E28A-D13F-1CE70DED4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87956-DE13-4322-BB01-3F2902F7CE04}" type="datetime1">
              <a:rPr lang="en-IN" smtClean="0"/>
              <a:t>13-06-2025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29D85-F247-6B30-490D-D35D34B58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B452A-AF4F-7580-D77F-95325A965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904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A1F1E-F20D-A7D7-EFF5-6155CDCC5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BB4E1-4097-60B2-CD6C-36071BDF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2797BF-DBE1-9EA7-9A9E-5DAEEC5FD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F32C3-DF2F-3B56-F9A0-77760650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8158-9657-417F-8050-CC8CF772E568}" type="datetime1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57149-188D-EA0B-0178-B4D2B3818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EA0CC-FB92-4798-FEA8-5B37A7736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723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D4DC-4BA4-DE87-2938-86DE962BD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04FD20-3919-01B8-B9EC-2B485756A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082DC6-701A-3CCB-9E42-B75908ED9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5AC96-CEA8-A897-32C9-28B4AD547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D006-6EAD-4B4B-8847-09BF61961651}" type="datetime1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E3C6C-BFDE-1BB5-0221-2F72CB6B1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DA853-D5A6-DC3E-C3D6-E8549F9E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399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5B0B-5BC0-A69A-ACE4-19415EE65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B5713-61A2-9B46-849B-72456198E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8BC82-36A6-392D-5B75-B9866E3B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462A-E405-4772-91E8-7C8650E76EEA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0DDD9-A311-C8C5-31C2-8CF59D09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2DD87-0367-2847-B8D2-43F536DB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736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1E1C16-9A73-AA72-B504-05242ABBF5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C0684-01BF-A5AD-8491-6AFBECE41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4D858-8E35-BDD2-7FBC-6612FB576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4560B-FB98-4316-9C23-CD3AF3CE9C1C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E2206-8C3C-D1A6-1BB3-7BF0624A5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84BA5-C387-F342-D2CC-01DA5C9D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86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82308-1916-C14E-988D-C474D7615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5019-B59C-BC64-4140-BC0FF98B5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A155B-D873-7C4F-AABD-821CB186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88750-5314-4FD1-895D-6486A8D740FA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A8BE9-40EA-518B-854B-E12748EB8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942A2-EC09-3FC2-4673-3DD51E23C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F0F26-D600-426D-9280-964B1B909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592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337E-9206-1EF3-E686-9A7FD007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0111F-7DDF-E106-B2B1-B25392C58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D16DE-C2D3-131A-24DD-7D7A03DF9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B551-7361-4098-B873-0D6BE458F4F1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B7154-7B81-62B1-7FE5-433499CAF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085B8-D1C8-40DD-A0B5-9E1F64249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F0F26-D600-426D-9280-964B1B909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352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D7868-2D62-6112-4EB9-EA8A997FE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0DBDF-D9BC-B301-C8F8-F810AD258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070CB-0A8B-92AC-1F31-8AA5B6E57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4EBCD-5ADE-4559-A5BA-58B3BEA5D89C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119B7-C3E3-E70B-915E-1F0EA0EE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18974-A49B-48C9-015E-8ECEE4F3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F0F26-D600-426D-9280-964B1B909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090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9252-9635-FE5C-FB59-B9F82AB4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12E26-E863-4E78-DCB8-2371F5505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DCCA3-164B-15A7-E3EF-BC8727D14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90FBE-2548-E36B-D6DB-5E63B5C0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F8E1-E457-4E21-BA26-0C51B4DCC3E4}" type="datetime1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4DCD5-F1B5-0832-0439-6741800D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39518-93F8-1A4D-5618-D3FB69743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F0F26-D600-426D-9280-964B1B909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6316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40576-F187-0878-4DFA-5A39C6DCB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18874-E592-A6CC-4BF4-186C68650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8CAA0-8156-D8DB-A9E2-284E9E79B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2A1E39-5C35-A58B-7182-301A1C61D9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1E909A-4D33-1452-BD50-F4814A1C8C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9D77D1-C928-147F-7666-5499AFB62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C8C81-9F0F-42AB-8BA3-99FBA21D2E58}" type="datetime1">
              <a:rPr lang="en-IN" smtClean="0"/>
              <a:t>13-06-2025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992850-A5A7-7AF1-7DEC-1EB6182F2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86714C-C135-D992-305D-F95C87E05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F0F26-D600-426D-9280-964B1B909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098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8808-57C7-1321-C04F-C5DF8E83D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0205AA-8F4C-BA9F-3920-A2814DC21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27E7-5F5D-4939-A311-C5442FA69A9F}" type="datetime1">
              <a:rPr lang="en-IN" smtClean="0"/>
              <a:t>13-06-2025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47D74-5F21-1DA4-8D58-73326CEA6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707D5-F397-6D35-8169-67AB71D7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F0F26-D600-426D-9280-964B1B909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200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81D76C-4088-ACF9-712F-AFC0F4BDD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72EE6-A252-4C7E-8B9F-62333A61452C}" type="datetime1">
              <a:rPr lang="en-IN" smtClean="0"/>
              <a:t>13-06-2025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5D2075-1291-C288-2CDE-63B313ED6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20588-7BB2-05A6-C538-2F1DC35E8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F0F26-D600-426D-9280-964B1B909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1749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224F-6B5F-FC20-A843-7C523652C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75E6C-3433-D974-C198-7F85C9A64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756C0-12BB-3FD7-E036-053D286F5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781DE-2383-E0C2-F068-988A0C973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25D-779D-4EFC-8FBA-E13E764F17CE}" type="datetime1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161AF-5322-6B17-5648-B45908423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39F6A-E817-0E00-72F1-909AA5A3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F0F26-D600-426D-9280-964B1B909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575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F342C-3221-3DB1-EFA1-BD8A46876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E92463-0F7E-7972-3CA5-545EAA3D38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6D0E66-2F7F-D6FE-1C45-7D5C74A52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C8565-6931-B37F-3A91-4A1A5C72A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FBA98-1C50-4D9E-A0F0-CBBA55B42B10}" type="datetime1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C3A87-A091-1741-CF5A-0ECA2391C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EFB95-A220-7B88-C9E0-C5D93A39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F0F26-D600-426D-9280-964B1B909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8130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1940-509B-0728-BAC1-DC81F9B7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74A1F-60F6-40F2-14A2-A0801C089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4D318-70CF-92A8-6862-16394775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CEFC-E198-419F-BAD3-141615FE6BD3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59B35-F933-CD22-AF0F-461757CB1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4FC9-1468-63FE-5E2D-E2FC7BE08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F0F26-D600-426D-9280-964B1B909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501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0B06F-D70A-5512-1C1C-D78355C3B8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9D65D-7896-6517-7199-815E968E5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F909D-EE28-A16A-2637-EC9A6D4BD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83DCD-F5AA-4C3C-917C-3A7353481918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F85FA-FE76-4B18-26E0-7F7DDFBB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6781E-D168-FFAD-B683-66BD14B26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F0F26-D600-426D-9280-964B1B909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6942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58B93-EB3E-B81B-D438-EEAB77D78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CE2D7-AA13-669E-BFB9-FC5BB977F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2EF79-8AF2-90D3-53D5-08D214020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F2E-AD2B-439B-940D-983C11539F41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712E5-18B4-AFC3-CFAE-C1F96A104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09156-0D96-D5FD-F419-2B691888F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C3EF6-5042-4280-9725-8E04DFE991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4748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46C79-82EE-71BA-D138-F206ACC99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BB95F-C50F-BF2E-3CFB-33C8BABAF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32266-DD25-C968-66EB-5663529B2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CF81-FEE5-4434-BA96-F1C4058FF66C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E514C-69CA-3142-6705-0F65FC864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B00CD-A2CD-4DBA-F4DB-4E3328142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C3EF6-5042-4280-9725-8E04DFE991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2662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B1C24-4819-F657-3BEA-CEA7E090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E6689-5F7B-AE7B-E572-5FA74FCA3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5517-A046-9869-9CFB-96F980FE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FCC2-6989-48A8-9A83-8F4CD1CD1E64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918EA-7A80-9564-96B1-3452BB57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14517-C5F7-A981-D0D0-2390983D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C3EF6-5042-4280-9725-8E04DFE991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8890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65527-6E58-20AA-DB76-6DE9763DB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EBD2-3E7C-F05A-98E2-76893E3EA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BABAD-F7D8-8D76-7902-26DF192EB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85C9E-A915-DED9-756F-0FCF1BC07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D4690-5A0F-4EA2-8B4A-F73A1E4A9F11}" type="datetime1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8CE81-6AB7-D647-8904-4A21C24AF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1E842-F3EB-E048-4DC2-1C9DE84D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C3EF6-5042-4280-9725-8E04DFE991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0175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EFD1-342D-1675-596A-296D1C5A9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F3313-5445-3B19-A6DF-8B216B9F5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ABE63-1956-FA46-B1AF-478CB7595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B63972-63FA-D8FC-AECF-BE541BEF28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6A366-7929-BD3F-06D2-455A38C67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4EF41E-B207-1434-8B5D-8BDC94BE4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2CDB-3F9F-4D13-9D2A-9815B40AD702}" type="datetime1">
              <a:rPr lang="en-IN" smtClean="0"/>
              <a:t>13-06-2025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8B6F48-AC1A-AE9E-6CB1-913B2CB1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92722A-453D-0D8F-733E-272417F6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C3EF6-5042-4280-9725-8E04DFE991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3836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6D4B7-FA0B-7238-2C61-B4121BB4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D12E91-84CB-26D8-D322-105FBD166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6582-2063-48AD-99BC-0D60CB080EEF}" type="datetime1">
              <a:rPr lang="en-IN" smtClean="0"/>
              <a:t>13-06-2025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89611-15F0-0A13-DCFA-1893774B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BE5DA9-EEBA-8AEC-FDFA-ABCBD3DDA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C3EF6-5042-4280-9725-8E04DFE991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902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0CB996-4685-D692-2485-A046F229F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32B1-0885-4692-AB65-E605742699BD}" type="datetime1">
              <a:rPr lang="en-IN" smtClean="0"/>
              <a:t>13-06-2025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DD5696-531B-4730-A552-5953DE83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48236-5ED1-1FDF-56D7-D562453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C3EF6-5042-4280-9725-8E04DFE991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7273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3AF46-2291-5D13-F334-1B30AF716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D062E-378B-6DDF-1E04-7D79B2C2F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14153-D579-1150-E9DB-A020612BF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2F596-3F4A-2B29-BF04-47E115BD5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3EDE0-6DDB-44A9-9D34-93A56DB10CF9}" type="datetime1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A2FDF-954A-1D5F-0D24-5D612F44F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929E9-8563-DA13-73EA-C1605F7B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C3EF6-5042-4280-9725-8E04DFE991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6355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08EA8-E4A9-3AFE-C641-C8FD5B0BA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7FB8C8-F7AA-6EB2-49AA-C4D52EB340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28176-9BA2-C506-ABFD-D4D68EE8F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C186A-8552-24A7-B5CF-155B706E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079F2-AB42-40DC-938C-40440E47E3F8}" type="datetime1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111A9-6C92-1AC6-BC21-4EB6F81A5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326C5-E390-217A-9C89-8009891CC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C3EF6-5042-4280-9725-8E04DFE991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9699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ED8A-71BA-5B5C-F61D-34153737C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D787F-69FA-E2F8-FECD-1A3C334D5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E16A7-6793-1341-C25B-7E59B952E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FEF6-C46B-4E0C-A6C3-F9C7F01461D7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3511D-B374-D841-1D3E-493EB202D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EAE15-AB9C-200A-808D-AAEAE72CE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C3EF6-5042-4280-9725-8E04DFE991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1954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9D304D-4710-7CC5-5499-4A7233E9B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891A68-FEE4-3170-AC60-D5AF60BFC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1D8E3-7E35-F953-042B-69969EC13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0EC6A-E9B3-4DD4-834A-798677675342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738D3-27C5-E240-627D-32B42E0B9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291E1-7DC4-3E71-B5D6-E54B1F4C9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C3EF6-5042-4280-9725-8E04DFE991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931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2F4F86-F37D-83E2-20CB-115D487D3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47630-E463-7A5A-C69A-1CF3C069A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8585D-B2F4-918D-AB21-7566EFE154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72EB8-1C7F-4F76-9320-793659A6DF33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22576-2175-6BED-9C0B-F19E58503D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MTP Phase 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4D8DB-A9D6-A680-E8DC-3DE457774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82862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CC7DB1-2160-3273-8ADA-330873677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89AFD-181D-E9EE-0779-75C51EA59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4697D-DA76-BB6C-652C-D1FB4937B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F4B1D-9738-4F41-BF17-2E990B260DE0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F75FE-9E42-20B4-7149-4D8D3BA85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MTP Phase 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BC74B-C2AE-F40A-069E-11751EAEB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4502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228776-1B72-090B-0406-71AFAB87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A14AA-1054-6A8E-5112-8F184AB6B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D89AF-F50B-6509-C120-1DB28038C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FD1E7-EA05-4CF6-A426-B22734A73EDA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39918-197B-98B3-5FD1-CF9A4A6F8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81D1C-2050-522C-F7B0-0A68C355A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0C3EF6-5042-4280-9725-8E04DFE991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81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5.png"/><Relationship Id="rId7" Type="http://schemas.openxmlformats.org/officeDocument/2006/relationships/image" Target="../media/image3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16.png"/><Relationship Id="rId4" Type="http://schemas.openxmlformats.org/officeDocument/2006/relationships/image" Target="../media/image320.png"/><Relationship Id="rId9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8.png"/><Relationship Id="rId7" Type="http://schemas.openxmlformats.org/officeDocument/2006/relationships/image" Target="../media/image44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42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21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3.svg"/><Relationship Id="rId4" Type="http://schemas.openxmlformats.org/officeDocument/2006/relationships/image" Target="../media/image7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76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svg"/><Relationship Id="rId7" Type="http://schemas.openxmlformats.org/officeDocument/2006/relationships/image" Target="../media/image85.sv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4.png"/><Relationship Id="rId11" Type="http://schemas.openxmlformats.org/officeDocument/2006/relationships/image" Target="../media/image89.svg"/><Relationship Id="rId5" Type="http://schemas.openxmlformats.org/officeDocument/2006/relationships/image" Target="../media/image83.sv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0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3.png"/><Relationship Id="rId5" Type="http://schemas.openxmlformats.org/officeDocument/2006/relationships/image" Target="../media/image99.png"/><Relationship Id="rId4" Type="http://schemas.openxmlformats.org/officeDocument/2006/relationships/image" Target="../media/image9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sv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6.png"/><Relationship Id="rId5" Type="http://schemas.openxmlformats.org/officeDocument/2006/relationships/image" Target="../media/image105.svg"/><Relationship Id="rId4" Type="http://schemas.openxmlformats.org/officeDocument/2006/relationships/image" Target="../media/image104.png"/><Relationship Id="rId9" Type="http://schemas.openxmlformats.org/officeDocument/2006/relationships/image" Target="../media/image109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7" Type="http://schemas.openxmlformats.org/officeDocument/2006/relationships/image" Target="../media/image120.sv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9.png"/><Relationship Id="rId5" Type="http://schemas.openxmlformats.org/officeDocument/2006/relationships/image" Target="../media/image118.svg"/><Relationship Id="rId4" Type="http://schemas.openxmlformats.org/officeDocument/2006/relationships/image" Target="../media/image117.png"/><Relationship Id="rId9" Type="http://schemas.openxmlformats.org/officeDocument/2006/relationships/image" Target="../media/image122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26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23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7.png"/><Relationship Id="rId7" Type="http://schemas.openxmlformats.org/officeDocument/2006/relationships/image" Target="../media/image13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svg"/><Relationship Id="rId9" Type="http://schemas.openxmlformats.org/officeDocument/2006/relationships/image" Target="../media/image13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sv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0.sv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141.png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10" Type="http://schemas.openxmlformats.org/officeDocument/2006/relationships/image" Target="../media/image260.png"/><Relationship Id="rId4" Type="http://schemas.openxmlformats.org/officeDocument/2006/relationships/image" Target="../media/image200.png"/><Relationship Id="rId9" Type="http://schemas.openxmlformats.org/officeDocument/2006/relationships/image" Target="../media/image2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0.png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78.png"/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77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1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D1C7D-B22B-3E9A-0FBA-EA16567C6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4921"/>
            <a:ext cx="9144000" cy="2479675"/>
          </a:xfrm>
        </p:spPr>
        <p:txBody>
          <a:bodyPr>
            <a:normAutofit fontScale="90000"/>
          </a:bodyPr>
          <a:lstStyle/>
          <a:p>
            <a:r>
              <a:rPr lang="en-IN" sz="4000" b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of a Spectral Element Method-based Incompressible Flow Solver</a:t>
            </a:r>
            <a:br>
              <a:rPr lang="en-IN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7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MTP Phase 2 Presentation</a:t>
            </a:r>
            <a:br>
              <a:rPr lang="en-IN" sz="27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sz="27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br>
              <a:rPr lang="en-IN" sz="27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7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Nishant Jagtap (234103329)</a:t>
            </a:r>
            <a:br>
              <a:rPr lang="en-IN" sz="27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sz="27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guidance of </a:t>
            </a:r>
            <a:br>
              <a:rPr lang="en-IN" sz="27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700" b="1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</a:t>
            </a:r>
            <a:r>
              <a:rPr lang="en-IN" sz="27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Atul Kumar </a:t>
            </a:r>
            <a:r>
              <a:rPr lang="en-IN" sz="2700" b="1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Soti</a:t>
            </a:r>
            <a:endParaRPr lang="en-IN" sz="27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676A1-61A3-BF49-374F-AD693CFAA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34906"/>
            <a:ext cx="9144000" cy="1655762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+mj-lt"/>
              </a:rPr>
              <a:t>Department of Mechanical Engineering</a:t>
            </a:r>
          </a:p>
          <a:p>
            <a:r>
              <a:rPr lang="en-IN" sz="2000" b="1" dirty="0">
                <a:latin typeface="+mj-lt"/>
              </a:rPr>
              <a:t>Indian Institute of Technology Guwahati, Assam</a:t>
            </a:r>
          </a:p>
          <a:p>
            <a:r>
              <a:rPr lang="en-IN" sz="2000" b="1" dirty="0">
                <a:latin typeface="+mj-lt"/>
              </a:rPr>
              <a:t>June 2024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253EF3-0BA3-94B2-E0A8-D91D0FC400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717" y="3695411"/>
            <a:ext cx="1972565" cy="19930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439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526FA-BD80-2D71-664B-530F986B9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2528B-B5BF-1B36-FA16-3812658BF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67020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Objective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Literature Review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Spectral Element Method (SEM)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Navier-Stokes equation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Element-by-element Conjugate Gradient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PETSC and CG Solver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Results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Summary and Future work</a:t>
            </a:r>
          </a:p>
          <a:p>
            <a:endParaRPr lang="en-IN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26A56-CE66-C631-8061-6814E5AD2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0D6E-EC02-4193-A7D5-157968871887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E3D4B-28CB-4062-3C51-BEB3E9AA4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3CFA9-93CF-FBD3-94B2-72B55BF29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3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FDEE3-A9F8-CBC8-7ED3-D7B7D8132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65549-7F28-6862-0FEF-EFCD2561C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980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Spectral Element Method (SEM) combines the Geometric flexibility of the Finite Element method with the accuracy of the Spectral Method.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600" dirty="0">
                <a:latin typeface="+mj-lt"/>
              </a:rPr>
              <a:t>High-order convergence </a:t>
            </a:r>
            <a:r>
              <a:rPr lang="en-US" altLang="en-US" sz="1600" dirty="0">
                <a:latin typeface="+mj-lt"/>
              </a:rPr>
              <a:t>for smooth solutions </a:t>
            </a:r>
            <a:r>
              <a:rPr lang="en-US" sz="1600" dirty="0">
                <a:latin typeface="+mj-lt"/>
              </a:rPr>
              <a:t>with fewer degrees of freedom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latin typeface="+mj-lt"/>
              </a:rPr>
              <a:t>High accuracy per degree of freedom ( </a:t>
            </a:r>
            <a:r>
              <a:rPr lang="en-IN" sz="1600" dirty="0">
                <a:latin typeface="+mj-lt"/>
              </a:rPr>
              <a:t>higher-order polynomials )</a:t>
            </a:r>
            <a:endParaRPr lang="en-US" altLang="en-US" sz="1600" dirty="0">
              <a:latin typeface="+mj-lt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+mj-lt"/>
              </a:rPr>
              <a:t>   Compatible with coarse mesh and parallel computing architecture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+mj-lt"/>
              </a:rPr>
              <a:t>   Better resolution of boundary layers and vortices</a:t>
            </a:r>
          </a:p>
          <a:p>
            <a:pPr marL="0" indent="0">
              <a:buNone/>
            </a:pPr>
            <a:endParaRPr lang="en-IN" sz="20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A502B-5C03-904F-52A0-4A5E4C127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E64D9-51E6-4D0D-828D-FBC4F28BBC57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383A1-FDDA-D9AF-BC54-B2EA7D5D8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958B7-4FDA-A695-54D5-9F2037554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8A78DF6-D1D9-CCD0-EB36-771C88E6B7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6153870"/>
              </p:ext>
            </p:extLst>
          </p:nvPr>
        </p:nvGraphicFramePr>
        <p:xfrm>
          <a:off x="1450529" y="2856741"/>
          <a:ext cx="9290941" cy="3408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8135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0979-D6B6-11C2-9ABF-8C8876C7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DD6DF-F1E8-7360-0BD1-665A530EC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95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  <a:ea typeface="Verdana" panose="020B0604030504040204" pitchFamily="34" charset="0"/>
              </a:rPr>
              <a:t>Develop a solver to accommodate unequal order interpolation for velocity and pressure using the Taylor-Hood Element.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  <a:ea typeface="Verdana" panose="020B0604030504040204" pitchFamily="34" charset="0"/>
              </a:rPr>
              <a:t>Implementing the Element-by-Element level approach to avoid global assembly for efficient computation and reduce memory requirements.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  <a:ea typeface="Verdana" panose="020B0604030504040204" pitchFamily="34" charset="0"/>
              </a:rPr>
              <a:t>Extend the FEM approach to SEM approach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</a:rPr>
              <a:t>Correct Lift-Drag Calculation for Flow over Bluff Bodies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</a:rPr>
              <a:t>Generate CSR matrices and develop an in-house CG Solver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</a:rPr>
              <a:t>Test the solver and validate the results against major fluid flow test problems</a:t>
            </a:r>
            <a:endParaRPr lang="en-IN" sz="2000" dirty="0">
              <a:latin typeface="+mj-lt"/>
              <a:ea typeface="Verdana" panose="020B0604030504040204" pitchFamily="34" charset="0"/>
            </a:endParaRPr>
          </a:p>
          <a:p>
            <a:endParaRPr lang="en-IN" sz="20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D1FD5-A4B3-DE65-BEE2-517CE9AB9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3541-F0AD-4321-B779-25A1CC869096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420D1-DC5D-4EFA-6FCB-6B6573346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4730C-B712-BEB2-7DB9-89C4B9DE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38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12EC-451E-8511-7B56-BCE3A7C8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Literature Review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98F2DA5-7D8B-1901-CBEF-1127C613EF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3025966"/>
              </p:ext>
            </p:extLst>
          </p:nvPr>
        </p:nvGraphicFramePr>
        <p:xfrm>
          <a:off x="838200" y="1825625"/>
          <a:ext cx="105156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682">
                  <a:extLst>
                    <a:ext uri="{9D8B030D-6E8A-4147-A177-3AD203B41FA5}">
                      <a16:colId xmlns:a16="http://schemas.microsoft.com/office/drawing/2014/main" val="878332412"/>
                    </a:ext>
                  </a:extLst>
                </a:gridCol>
                <a:gridCol w="8440918">
                  <a:extLst>
                    <a:ext uri="{9D8B030D-6E8A-4147-A177-3AD203B41FA5}">
                      <a16:colId xmlns:a16="http://schemas.microsoft.com/office/drawing/2014/main" val="7727649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+mj-lt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+mj-lt"/>
                        </a:rPr>
                        <a:t>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526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+mj-lt"/>
                        </a:rPr>
                        <a:t>Patera, 1984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800" dirty="0">
                          <a:latin typeface="+mj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Introduced the spectral element for the first time using Chebyshev collocation points using Chebyshev interpolation for solving laminar flow in channel.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13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C. Taylor and P. Hook, 1973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[28]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dirty="0">
                          <a:latin typeface="+mj-lt"/>
                        </a:rPr>
                        <a:t>Implemented 2</a:t>
                      </a:r>
                      <a:r>
                        <a:rPr lang="en-IN" baseline="30000" dirty="0">
                          <a:latin typeface="+mj-lt"/>
                        </a:rPr>
                        <a:t>nd</a:t>
                      </a:r>
                      <a:r>
                        <a:rPr lang="en-IN" dirty="0">
                          <a:latin typeface="+mj-lt"/>
                        </a:rPr>
                        <a:t> order interpolation for velocity and 1</a:t>
                      </a:r>
                      <a:r>
                        <a:rPr lang="en-IN" baseline="30000" dirty="0">
                          <a:latin typeface="+mj-lt"/>
                        </a:rPr>
                        <a:t>st</a:t>
                      </a:r>
                      <a:r>
                        <a:rPr lang="en-IN" dirty="0">
                          <a:latin typeface="+mj-lt"/>
                        </a:rPr>
                        <a:t> order interpolation for pressure to solve constrained flow problems to avoid checkerboarding condition.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435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+mj-lt"/>
                        </a:rPr>
                        <a:t>Fischer and </a:t>
                      </a:r>
                      <a:r>
                        <a:rPr lang="en-IN" dirty="0" err="1">
                          <a:latin typeface="+mj-lt"/>
                        </a:rPr>
                        <a:t>Rønquist</a:t>
                      </a:r>
                      <a:r>
                        <a:rPr lang="en-IN" dirty="0">
                          <a:latin typeface="+mj-lt"/>
                        </a:rPr>
                        <a:t>, 1994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[10]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+mj-lt"/>
                        </a:rPr>
                        <a:t>Used Preconditioned Conjugate Gradient Method to optimize computational time and memory with domain decomposition.</a:t>
                      </a:r>
                      <a:endParaRPr lang="en-IN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710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J. Kim and P. Moin, 1985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[16]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dirty="0">
                          <a:latin typeface="+mj-lt"/>
                        </a:rPr>
                        <a:t>Applied fractional-step method to solve incompressible </a:t>
                      </a:r>
                      <a:r>
                        <a:rPr lang="en-IN" dirty="0" err="1">
                          <a:latin typeface="+mj-lt"/>
                        </a:rPr>
                        <a:t>Navier</a:t>
                      </a:r>
                      <a:r>
                        <a:rPr lang="en-IN" dirty="0">
                          <a:latin typeface="+mj-lt"/>
                        </a:rPr>
                        <a:t>-Stokes equations.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461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j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Jiang and Cheng (2021)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[12]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800" dirty="0">
                          <a:latin typeface="+mj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Nektar++ achieved mesh convergence at 3% computational cost compared to </a:t>
                      </a:r>
                      <a:r>
                        <a:rPr lang="en-US" sz="1800" dirty="0" err="1">
                          <a:latin typeface="+mj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OpenFOAM's</a:t>
                      </a:r>
                      <a:r>
                        <a:rPr lang="en-US" sz="1800" dirty="0">
                          <a:latin typeface="+mj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estimated one million core hours.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77057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2FB30-B6F6-1029-F36D-3D4EAD562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109F2-9FBD-4E53-B8C0-8C8EED9E0404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3F576-CACF-9A4B-5C11-666EC892A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6042C-AE60-87B8-37C0-7EA04442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158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0CEE-4614-D7A0-B124-5626C405A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0637"/>
          </a:xfrm>
        </p:spPr>
        <p:txBody>
          <a:bodyPr/>
          <a:lstStyle/>
          <a:p>
            <a:r>
              <a:rPr lang="en-IN" dirty="0" err="1">
                <a:solidFill>
                  <a:schemeClr val="accent1"/>
                </a:solidFill>
              </a:rPr>
              <a:t>Galerkin</a:t>
            </a:r>
            <a:r>
              <a:rPr lang="en-IN" dirty="0">
                <a:solidFill>
                  <a:schemeClr val="accent1"/>
                </a:solidFill>
              </a:rPr>
              <a:t> FEM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429149-A501-2CAC-6725-B700EFFE72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65412"/>
                <a:ext cx="10515600" cy="4711513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sz="1800" dirty="0">
                    <a:latin typeface="+mj-lt"/>
                  </a:rPr>
                  <a:t>Model Problem: 1D Poisson’s equation</a:t>
                </a:r>
              </a:p>
              <a:p>
                <a:pPr marL="0" indent="0">
                  <a:buNone/>
                </a:pPr>
                <a:r>
                  <a:rPr lang="en-IN" sz="1800" dirty="0">
                    <a:latin typeface="+mj-lt"/>
                  </a:rPr>
                  <a:t>	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1800" b="1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N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en-IN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IN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IN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IN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IN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𝒅</m:t>
                        </m:r>
                        <m:sSup>
                          <m:sSupPr>
                            <m:ctrlPr>
                              <a:rPr lang="en-IN" sz="1800" b="1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N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IN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I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𝒇</m:t>
                    </m:r>
                    <m:r>
                      <a:rPr lang="en-I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IN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1800" b="1" dirty="0">
                    <a:latin typeface="+mj-lt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18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 sz="18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180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180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 sz="180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1800" dirty="0">
                  <a:latin typeface="+mj-lt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sz="1800" dirty="0">
                    <a:latin typeface="+mj-lt"/>
                  </a:rPr>
                  <a:t>Weak formulation: Approximate the variables q and f using nodal expansion:</a:t>
                </a:r>
              </a:p>
              <a:p>
                <a:pPr marL="0" indent="0">
                  <a:buNone/>
                </a:pPr>
                <a:endParaRPr lang="en-IN" sz="1800" dirty="0">
                  <a:latin typeface="+mj-lt"/>
                </a:endParaRPr>
              </a:p>
              <a:p>
                <a:endParaRPr lang="en-IN" sz="1800" dirty="0">
                  <a:latin typeface="+mj-lt"/>
                </a:endParaRPr>
              </a:p>
              <a:p>
                <a:pPr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800" dirty="0">
                    <a:latin typeface="+mj-lt"/>
                    <a:ea typeface="Verdana" panose="020B0604030504040204" pitchFamily="34" charset="0"/>
                  </a:rPr>
                  <a:t>Differential equation reduces to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en-US" sz="1800"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Residual</m:t>
                      </m:r>
                      <m:r>
                        <a:rPr lang="en-US" sz="1800"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latin typeface="+mj-lt"/>
                  <a:ea typeface="Verdana" panose="020B0604030504040204" pitchFamily="34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600" dirty="0">
                  <a:latin typeface="+mj-lt"/>
                  <a:ea typeface="Verdana" panose="020B0604030504040204" pitchFamily="34" charset="0"/>
                </a:endParaRPr>
              </a:p>
              <a:p>
                <a:pPr marL="0" indent="0">
                  <a:buNone/>
                </a:pPr>
                <a:endParaRPr lang="en-IN" sz="1600" dirty="0">
                  <a:latin typeface="+mj-lt"/>
                </a:endParaRPr>
              </a:p>
              <a:p>
                <a:endParaRPr lang="en-IN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429149-A501-2CAC-6725-B700EFFE72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65412"/>
                <a:ext cx="10515600" cy="4711513"/>
              </a:xfrm>
              <a:blipFill>
                <a:blip r:embed="rId2"/>
                <a:stretch>
                  <a:fillRect l="-406" t="-11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CB22A-94B3-6ECC-2001-EB2A36734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3084A-23AF-496C-A92B-D23A4B978BBC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9D656-6910-8DCB-6FE6-39DA07694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0992F-028C-AC03-2780-B1CDA132E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6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39B7C68-C1BB-B881-6936-DBB3BA33E5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9797612"/>
                  </p:ext>
                </p:extLst>
              </p:nvPr>
            </p:nvGraphicFramePr>
            <p:xfrm>
              <a:off x="3740574" y="2394323"/>
              <a:ext cx="4120302" cy="9129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60151">
                      <a:extLst>
                        <a:ext uri="{9D8B030D-6E8A-4147-A177-3AD203B41FA5}">
                          <a16:colId xmlns:a16="http://schemas.microsoft.com/office/drawing/2014/main" val="901957576"/>
                        </a:ext>
                      </a:extLst>
                    </a:gridCol>
                    <a:gridCol w="2060151">
                      <a:extLst>
                        <a:ext uri="{9D8B030D-6E8A-4147-A177-3AD203B41FA5}">
                          <a16:colId xmlns:a16="http://schemas.microsoft.com/office/drawing/2014/main" val="376323441"/>
                        </a:ext>
                      </a:extLst>
                    </a:gridCol>
                  </a:tblGrid>
                  <a:tr h="88905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4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IN" sz="1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IN" sz="14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IN" sz="1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IN" sz="1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IN" sz="1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n-IN" sz="1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IN" sz="14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4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IN" sz="14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IN" sz="14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4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𝜓</m:t>
                                        </m:r>
                                      </m:e>
                                      <m:sub>
                                        <m:r>
                                          <a:rPr lang="en-IN" sz="140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IN" sz="1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IN" sz="1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IN" sz="14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IN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52" marR="75552" marT="37776" marB="37776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4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IN" sz="14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𝑁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IN" sz="14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4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IN" sz="1400" b="1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 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IN" sz="14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IN" sz="14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𝑗</m:t>
                                    </m:r>
                                    <m:r>
                                      <a:rPr lang="en-IN" sz="14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n-IN" sz="14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𝑁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IN" sz="1400" b="1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400" b="1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sz="1400" b="1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IN" sz="1400" b="1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400" b="1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𝜓</m:t>
                                        </m:r>
                                      </m:e>
                                      <m:sub>
                                        <m:r>
                                          <a:rPr lang="en-IN" sz="1400" b="1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IN" sz="14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lang="en-IN" sz="14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  <m:r>
                                      <a:rPr lang="en-IN" sz="14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IN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52" marR="75552" marT="37776" marB="37776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75239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39B7C68-C1BB-B881-6936-DBB3BA33E5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9797612"/>
                  </p:ext>
                </p:extLst>
              </p:nvPr>
            </p:nvGraphicFramePr>
            <p:xfrm>
              <a:off x="3740574" y="2394323"/>
              <a:ext cx="4120302" cy="9129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60151">
                      <a:extLst>
                        <a:ext uri="{9D8B030D-6E8A-4147-A177-3AD203B41FA5}">
                          <a16:colId xmlns:a16="http://schemas.microsoft.com/office/drawing/2014/main" val="901957576"/>
                        </a:ext>
                      </a:extLst>
                    </a:gridCol>
                    <a:gridCol w="2060151">
                      <a:extLst>
                        <a:ext uri="{9D8B030D-6E8A-4147-A177-3AD203B41FA5}">
                          <a16:colId xmlns:a16="http://schemas.microsoft.com/office/drawing/2014/main" val="376323441"/>
                        </a:ext>
                      </a:extLst>
                    </a:gridCol>
                  </a:tblGrid>
                  <a:tr h="9129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552" marR="75552" marT="37776" marB="37776" anchor="ctr">
                        <a:blipFill>
                          <a:blip r:embed="rId3"/>
                          <a:stretch>
                            <a:fillRect l="-295" t="-662" r="-100885" b="-2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5552" marR="75552" marT="37776" marB="37776" anchor="ctr">
                        <a:blipFill>
                          <a:blip r:embed="rId3"/>
                          <a:stretch>
                            <a:fillRect l="-100592" t="-662" r="-1183" b="-26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752394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79CD806-81BA-773A-39B4-AF1C9A5FEE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4951"/>
          <a:stretch/>
        </p:blipFill>
        <p:spPr>
          <a:xfrm>
            <a:off x="8907000" y="1450809"/>
            <a:ext cx="2645775" cy="8131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6503BB-B557-7E44-2ECA-469274497A65}"/>
              </a:ext>
            </a:extLst>
          </p:cNvPr>
          <p:cNvSpPr txBox="1"/>
          <p:nvPr/>
        </p:nvSpPr>
        <p:spPr>
          <a:xfrm>
            <a:off x="8955251" y="2104773"/>
            <a:ext cx="25492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Figure 1: 1D Domain</a:t>
            </a:r>
            <a:endParaRPr lang="en-IN" sz="1600" i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44D8D05A-D5EE-A247-28A0-50FFC555F0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4509411"/>
                  </p:ext>
                </p:extLst>
              </p:nvPr>
            </p:nvGraphicFramePr>
            <p:xfrm>
              <a:off x="862014" y="4466997"/>
              <a:ext cx="10404377" cy="187988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782608">
                      <a:extLst>
                        <a:ext uri="{9D8B030D-6E8A-4147-A177-3AD203B41FA5}">
                          <a16:colId xmlns:a16="http://schemas.microsoft.com/office/drawing/2014/main" val="2069388651"/>
                        </a:ext>
                      </a:extLst>
                    </a:gridCol>
                    <a:gridCol w="6621769">
                      <a:extLst>
                        <a:ext uri="{9D8B030D-6E8A-4147-A177-3AD203B41FA5}">
                          <a16:colId xmlns:a16="http://schemas.microsoft.com/office/drawing/2014/main" val="3419463160"/>
                        </a:ext>
                      </a:extLst>
                    </a:gridCol>
                  </a:tblGrid>
                  <a:tr h="78052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600" dirty="0">
                              <a:latin typeface="+mj-lt"/>
                            </a:rPr>
                            <a:t>Imposing orthogonality between test function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600" b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600" dirty="0">
                              <a:latin typeface="+mj-lt"/>
                            </a:rPr>
                            <a:t> and residual </a:t>
                          </a:r>
                          <a14:m>
                            <m:oMath xmlns:m="http://schemas.openxmlformats.org/officeDocument/2006/math">
                              <m:r>
                                <a:rPr lang="en-IN" sz="1600" b="0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a14:m>
                          <a:r>
                            <a:rPr lang="en-IN" sz="1600" dirty="0">
                              <a:latin typeface="+mj-lt"/>
                            </a:rPr>
                            <a:t>,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600" dirty="0">
                              <a:latin typeface="+mj-lt"/>
                            </a:rPr>
                            <a:t>Applying Homogeneous Neumann Boundary condition and using Integration by parts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8451372"/>
                      </a:ext>
                    </a:extLst>
                  </a:tr>
                  <a:tr h="10993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l-GR" sz="1600"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sub>
                                  <m:sup>
                                    <m:r>
                                      <a:rPr lang="en-US" sz="160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1600" b="0" smtClean="0">
                                            <a:latin typeface="Cambria Math" panose="02040503050406030204" pitchFamily="18" charset="0"/>
                                          </a:rPr>
                                          <m:t>Ψ</m:t>
                                        </m:r>
                                      </m:e>
                                      <m:sub>
                                        <m:r>
                                          <a:rPr lang="en-US" sz="16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l-GR" sz="1600"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  <m:r>
                                  <a:rPr lang="en-IN" sz="1600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  <m:r>
                                  <a:rPr lang="en-IN" sz="160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en-IN" sz="1600" dirty="0">
                            <a:latin typeface="+mj-lt"/>
                          </a:endParaRP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IN" sz="160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nary>
                                <m:nary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23"/>
                                        </m:rPr>
                                        <a:rPr lang="el-GR" sz="1600">
                                          <a:latin typeface="Cambria Math" panose="02040503050406030204" pitchFamily="18" charset="0"/>
                                        </a:rPr>
                                        <m:t>𝛺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600" b="0" smtClean="0">
                                          <a:latin typeface="Cambria Math" panose="02040503050406030204" pitchFamily="18" charset="0"/>
                                        </a:rPr>
                                        <m:t>Ψ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sSup>
                                <m:s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p>
                                  <m:r>
                                    <a:rPr lang="en-IN" sz="1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IN" sz="1600" b="0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600">
                                      <a:latin typeface="Cambria Math" panose="02040503050406030204" pitchFamily="18" charset="0"/>
                                    </a:rPr>
                                    <m:t>𝛺</m:t>
                                  </m:r>
                                </m:e>
                                <m:sub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l-GR" sz="1600">
                                      <a:latin typeface="Cambria Math" panose="02040503050406030204" pitchFamily="18" charset="0"/>
                                    </a:rPr>
                                    <m:t>𝛺</m:t>
                                  </m:r>
                                </m:sub>
                                <m:sup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600" b="0" smtClean="0">
                                          <a:latin typeface="Cambria Math" panose="02040503050406030204" pitchFamily="18" charset="0"/>
                                        </a:rPr>
                                        <m:t>Ψ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sSubSup>
                                <m:sSub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600">
                                      <a:latin typeface="Cambria Math" panose="02040503050406030204" pitchFamily="18" charset="0"/>
                                    </a:rPr>
                                    <m:t>𝛺</m:t>
                                  </m:r>
                                </m:e>
                                <m:sub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600" dirty="0">
                              <a:latin typeface="+mj-lt"/>
                            </a:rPr>
                            <a:t> = 0</a:t>
                          </a:r>
                          <a:endParaRPr lang="en-IN" sz="1600" dirty="0">
                            <a:latin typeface="+mj-lt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l-GR" sz="1600"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f>
                                          <m:f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600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1600">
                                                    <a:latin typeface="Cambria Math" panose="02040503050406030204" pitchFamily="18" charset="0"/>
                                                  </a:rPr>
                                                  <m:t>𝑞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sz="16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1600">
                                                        <a:latin typeface="Cambria Math" panose="02040503050406030204" pitchFamily="18" charset="0"/>
                                                      </a:rPr>
                                                      <m:t>𝑒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num>
                                          <m:den>
                                            <m:r>
                                              <a:rPr lang="en-US" sz="1600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6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6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6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sup>
                                </m:sSubSup>
                                <m:r>
                                  <a:rPr lang="en-IN" sz="1600" b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IN" sz="1600" b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IN" sz="1600" b="0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n-IN" sz="1600" b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nary>
                                          <m:nary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23"/>
                                              </m:rPr>
                                              <a:rPr lang="el-GR" sz="1600"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60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sup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600">
                                                <a:latin typeface="Cambria Math" panose="02040503050406030204" pitchFamily="18" charset="0"/>
                                              </a:rPr>
                                              <m:t>∇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IN" sz="1600">
                                                    <a:latin typeface="Cambria Math" panose="02040503050406030204" pitchFamily="18" charset="0"/>
                                                  </a:rPr>
                                                  <m:t>Ψ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60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IN" sz="1600">
                                                <a:latin typeface="Cambria Math" panose="02040503050406030204" pitchFamily="18" charset="0"/>
                                              </a:rPr>
                                              <m:t>.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600">
                                                <a:latin typeface="Cambria Math" panose="02040503050406030204" pitchFamily="18" charset="0"/>
                                              </a:rPr>
                                              <m:t>∇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IN" sz="1600">
                                                    <a:latin typeface="Cambria Math" panose="02040503050406030204" pitchFamily="18" charset="0"/>
                                                  </a:rPr>
                                                  <m:t>Ψ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60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r>
                                          <a:rPr lang="en-US" sz="160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l-GR" sz="1600"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bSup>
                                      <m:sSubSupPr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sz="160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IN" sz="160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en-IN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sz="160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nary>
                                <m:r>
                                  <a:rPr lang="en-IN" sz="16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16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IN" sz="1600" b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IN" sz="1600" b="0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n-IN" sz="1600" b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IN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nary>
                                          <m:nary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23"/>
                                              </m:rPr>
                                              <a:rPr lang="el-GR" sz="1600"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60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IN" sz="1600">
                                                    <a:latin typeface="Cambria Math" panose="02040503050406030204" pitchFamily="18" charset="0"/>
                                                  </a:rPr>
                                                  <m:t>Ψ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IN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IN" sz="1600">
                                                    <a:latin typeface="Cambria Math" panose="02040503050406030204" pitchFamily="18" charset="0"/>
                                                  </a:rPr>
                                                  <m:t>Ψ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60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r>
                                          <a:rPr lang="en-US" sz="160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l-GR" sz="1600"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sSubSup>
                                      <m:sSubSup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60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sz="160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nary>
                              </m:oMath>
                            </m:oMathPara>
                          </a14:m>
                          <a:endParaRPr lang="en-IN" sz="1600" dirty="0">
                            <a:latin typeface="+mj-lt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∈[0,</m:t>
                                </m:r>
                                <m: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+mj-lt"/>
                            <a:ea typeface="Cambria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62040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44D8D05A-D5EE-A247-28A0-50FFC555F0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4509411"/>
                  </p:ext>
                </p:extLst>
              </p:nvPr>
            </p:nvGraphicFramePr>
            <p:xfrm>
              <a:off x="862014" y="4466997"/>
              <a:ext cx="10404377" cy="187988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782608">
                      <a:extLst>
                        <a:ext uri="{9D8B030D-6E8A-4147-A177-3AD203B41FA5}">
                          <a16:colId xmlns:a16="http://schemas.microsoft.com/office/drawing/2014/main" val="2069388651"/>
                        </a:ext>
                      </a:extLst>
                    </a:gridCol>
                    <a:gridCol w="6621769">
                      <a:extLst>
                        <a:ext uri="{9D8B030D-6E8A-4147-A177-3AD203B41FA5}">
                          <a16:colId xmlns:a16="http://schemas.microsoft.com/office/drawing/2014/main" val="3419463160"/>
                        </a:ext>
                      </a:extLst>
                    </a:gridCol>
                  </a:tblGrid>
                  <a:tr h="7805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61" t="-17829" r="-175362" b="-268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600" dirty="0">
                              <a:latin typeface="+mj-lt"/>
                            </a:rPr>
                            <a:t>Applying Homogeneous Neumann Boundary condition and using Integration by parts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8451372"/>
                      </a:ext>
                    </a:extLst>
                  </a:tr>
                  <a:tr h="10993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61" t="-83978" r="-175362" b="-911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7222" t="-83978" r="-184" b="-911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62040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Arrow: Right 11">
            <a:extLst>
              <a:ext uri="{FF2B5EF4-FFF2-40B4-BE49-F238E27FC236}">
                <a16:creationId xmlns:a16="http://schemas.microsoft.com/office/drawing/2014/main" id="{4586F9C3-E245-0D35-A3D7-E15FCB243574}"/>
              </a:ext>
            </a:extLst>
          </p:cNvPr>
          <p:cNvSpPr/>
          <p:nvPr/>
        </p:nvSpPr>
        <p:spPr>
          <a:xfrm>
            <a:off x="4202285" y="5503739"/>
            <a:ext cx="618972" cy="3213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6125489-4736-8931-0AE8-94FDCD29D53A}"/>
              </a:ext>
            </a:extLst>
          </p:cNvPr>
          <p:cNvGrpSpPr/>
          <p:nvPr/>
        </p:nvGrpSpPr>
        <p:grpSpPr>
          <a:xfrm>
            <a:off x="8799420" y="2619644"/>
            <a:ext cx="2928934" cy="1446172"/>
            <a:chOff x="8612339" y="4425401"/>
            <a:chExt cx="2928934" cy="144617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84037CC-E12D-9229-0975-682DF954705E}"/>
                </a:ext>
              </a:extLst>
            </p:cNvPr>
            <p:cNvCxnSpPr/>
            <p:nvPr/>
          </p:nvCxnSpPr>
          <p:spPr>
            <a:xfrm>
              <a:off x="8612339" y="5476055"/>
              <a:ext cx="2295525" cy="0"/>
            </a:xfrm>
            <a:prstGeom prst="straightConnector1">
              <a:avLst/>
            </a:prstGeom>
            <a:ln w="38100">
              <a:tailEnd type="triangle" w="med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586E21A-AB25-5AE4-01D7-5674B3284B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7863" y="4482746"/>
              <a:ext cx="0" cy="993311"/>
            </a:xfrm>
            <a:prstGeom prst="straightConnector1">
              <a:avLst/>
            </a:prstGeom>
            <a:ln w="38100">
              <a:tailEnd type="triangle" w="med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BD28391-A69F-EDEB-3000-BE794B194A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2339" y="4482746"/>
              <a:ext cx="2295523" cy="993311"/>
            </a:xfrm>
            <a:prstGeom prst="straightConnector1">
              <a:avLst/>
            </a:prstGeom>
            <a:ln w="38100">
              <a:tailEnd type="triangle" w="med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3821BD5-1006-C7E6-C201-1AC483D81392}"/>
                    </a:ext>
                  </a:extLst>
                </p:cNvPr>
                <p:cNvSpPr txBox="1"/>
                <p:nvPr/>
              </p:nvSpPr>
              <p:spPr>
                <a:xfrm>
                  <a:off x="9521061" y="4425401"/>
                  <a:ext cx="3984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3821BD5-1006-C7E6-C201-1AC483D813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1061" y="4425401"/>
                  <a:ext cx="39844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7D99E15-6FCF-10A3-3FC2-9B374FBD9494}"/>
                    </a:ext>
                  </a:extLst>
                </p:cNvPr>
                <p:cNvSpPr txBox="1"/>
                <p:nvPr/>
              </p:nvSpPr>
              <p:spPr>
                <a:xfrm>
                  <a:off x="9760099" y="5502241"/>
                  <a:ext cx="6189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7D99E15-6FCF-10A3-3FC2-9B374FBD94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0099" y="5502241"/>
                  <a:ext cx="618972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B58B38D-A954-E5B1-F2A8-B111CFA01C8E}"/>
                    </a:ext>
                  </a:extLst>
                </p:cNvPr>
                <p:cNvSpPr txBox="1"/>
                <p:nvPr/>
              </p:nvSpPr>
              <p:spPr>
                <a:xfrm>
                  <a:off x="10617348" y="4797285"/>
                  <a:ext cx="92392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B58B38D-A954-E5B1-F2A8-B111CFA01C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7348" y="4797285"/>
                  <a:ext cx="92392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AD63A4-B872-579E-A703-485ACB728535}"/>
              </a:ext>
            </a:extLst>
          </p:cNvPr>
          <p:cNvCxnSpPr>
            <a:cxnSpLocks/>
          </p:cNvCxnSpPr>
          <p:nvPr/>
        </p:nvCxnSpPr>
        <p:spPr>
          <a:xfrm flipH="1">
            <a:off x="5056929" y="5262932"/>
            <a:ext cx="1274744" cy="8365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740C7AB-8055-6AF7-75FA-4857EB74EE3F}"/>
              </a:ext>
            </a:extLst>
          </p:cNvPr>
          <p:cNvSpPr txBox="1"/>
          <p:nvPr/>
        </p:nvSpPr>
        <p:spPr>
          <a:xfrm>
            <a:off x="5170425" y="5960252"/>
            <a:ext cx="523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426300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F5AC8B-EA16-1F98-75A8-070BAEEED3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73741"/>
                <a:ext cx="10515600" cy="5782609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2000" dirty="0">
                    <a:latin typeface="+mj-lt"/>
                  </a:rPr>
                  <a:t> are test function and basis functions respectively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sz="2000" dirty="0">
                    <a:latin typeface="+mj-lt"/>
                  </a:rPr>
                  <a:t>For 1</a:t>
                </a:r>
                <a:r>
                  <a:rPr lang="en-IN" sz="2000" baseline="30000" dirty="0">
                    <a:latin typeface="+mj-lt"/>
                  </a:rPr>
                  <a:t>st</a:t>
                </a:r>
                <a:r>
                  <a:rPr lang="en-IN" sz="2000" dirty="0">
                    <a:latin typeface="+mj-lt"/>
                  </a:rPr>
                  <a:t> order interpolating function for 1D system, the above equation at elemental level can be represented as:</a:t>
                </a:r>
              </a:p>
              <a:p>
                <a:endParaRPr lang="en-IN" sz="1800" dirty="0"/>
              </a:p>
              <a:p>
                <a:endParaRPr lang="en-IN" sz="1800" dirty="0"/>
              </a:p>
              <a:p>
                <a:endParaRPr lang="en-IN" sz="1800" dirty="0"/>
              </a:p>
              <a:p>
                <a:endParaRPr lang="en-IN" sz="1800" dirty="0"/>
              </a:p>
              <a:p>
                <a:pPr marL="0" indent="0">
                  <a:buNone/>
                </a:pPr>
                <a:endParaRPr lang="en-IN" sz="1800" dirty="0"/>
              </a:p>
              <a:p>
                <a:pPr marL="0" indent="0">
                  <a:buNone/>
                </a:pPr>
                <a:r>
                  <a:rPr lang="en-IN" sz="2000" dirty="0">
                    <a:latin typeface="+mj-lt"/>
                  </a:rPr>
                  <a:t>Representation in Matrix form: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1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supHide m:val="on"/>
                                      <m:ctrlP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p>
                                        <m:sSup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p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p>
                                    </m:sub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  <m:t>𝑑𝑥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  <m:d>
                                        <m:d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  <m:t>𝑑𝑥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  <m: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e>
                              <m:r>
                                <a:rPr lang="en-IN" sz="1800" b="1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supHide m:val="on"/>
                                      <m:ctrlP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p>
                                        <m:sSup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p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p>
                                    </m:sub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  <m:t>𝑑𝑥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  <m:d>
                                        <m:d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  <m:t>𝑑𝑥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  <m: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IN" sz="18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supHide m:val="on"/>
                                      <m:ctrlP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p>
                                        <m:sSup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p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p>
                                    </m:sub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  <m:t>𝑑𝑥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  <m:d>
                                        <m:d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  <m:t>𝑑𝑥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  <m: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e>
                              <m:r>
                                <a:rPr lang="en-IN" sz="1800" b="1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supHide m:val="on"/>
                                      <m:ctrlP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p>
                                        <m:sSup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p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p>
                                    </m:sub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  <m:t>𝑑𝑥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  <m:d>
                                        <m:d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en-IN" sz="1800" b="1" i="1">
                                                  <a:latin typeface="Cambria Math" panose="02040503050406030204" pitchFamily="18" charset="0"/>
                                                </a:rPr>
                                                <m:t>𝑑𝑥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  <m: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1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en-IN" sz="18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1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supHide m:val="on"/>
                                      <m:ctrlP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p>
                                        <m:sSup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p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p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supHide m:val="on"/>
                                      <m:ctrlP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p>
                                        <m:sSup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p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p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mr>
                          <m:m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supHide m:val="on"/>
                                      <m:ctrlP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p>
                                        <m:sSup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p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p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supHide m:val="on"/>
                                      <m:ctrlP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p>
                                        <m:sSup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p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p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IN" sz="1800" b="1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en-IN" sz="1800" b="1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1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en-IN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IN" sz="1800" dirty="0"/>
              </a:p>
              <a:p>
                <a:pPr marL="0" indent="0">
                  <a:buNone/>
                </a:pPr>
                <a:endParaRPr lang="en-IN" sz="18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</m:d>
                        </m:sup>
                      </m:sSubSup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IN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F5AC8B-EA16-1F98-75A8-070BAEEED3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73741"/>
                <a:ext cx="10515600" cy="5782609"/>
              </a:xfrm>
              <a:blipFill>
                <a:blip r:embed="rId2"/>
                <a:stretch>
                  <a:fillRect l="-638" t="-9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D20E2-78A5-D45D-B88F-5E8CAD36A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84AE-9FDD-4E39-8E09-FAE2DCA2EE71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BCE17-6C44-A877-39E5-BDEA0DD59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0F64D-EC4D-A62D-60CF-C0853DBD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7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5D62E0A-3BD1-CE9F-A619-6B27EB49CC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6497378"/>
                  </p:ext>
                </p:extLst>
              </p:nvPr>
            </p:nvGraphicFramePr>
            <p:xfrm>
              <a:off x="932180" y="1872697"/>
              <a:ext cx="10327640" cy="127863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90432">
                      <a:extLst>
                        <a:ext uri="{9D8B030D-6E8A-4147-A177-3AD203B41FA5}">
                          <a16:colId xmlns:a16="http://schemas.microsoft.com/office/drawing/2014/main" val="2746474365"/>
                        </a:ext>
                      </a:extLst>
                    </a:gridCol>
                    <a:gridCol w="9637208">
                      <a:extLst>
                        <a:ext uri="{9D8B030D-6E8A-4147-A177-3AD203B41FA5}">
                          <a16:colId xmlns:a16="http://schemas.microsoft.com/office/drawing/2014/main" val="21393490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1600" i="1" dirty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IN" sz="1600" kern="12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600" i="1" kern="12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supHide m:val="on"/>
                                        <m:ctrlPr>
                                          <a:rPr lang="en-IN" sz="1600" i="1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p>
                                          <m:sSup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p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p>
                                        </m:sSup>
                                      </m:sub>
                                      <m:sup/>
                                      <m:e>
                                        <m:d>
                                          <m:d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IN" sz="1600" i="1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IN" sz="1600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IN" sz="1600" i="1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IN" sz="1600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1600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IN" sz="1600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𝑑𝑥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IN" sz="1600" i="1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IN" sz="1600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IN" sz="1600" i="1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IN" sz="1600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1600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IN" sz="1600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𝑑𝑥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  <m:r>
                                          <a:rPr lang="en-IN" sz="1600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d>
                                <m:r>
                                  <a:rPr lang="en-IN" sz="1600" kern="120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IN" sz="1600" i="1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 0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600" i="1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600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IN" sz="1600" kern="1200">
                                    <a:effectLst/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600" i="1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supHide m:val="on"/>
                                        <m:ctrlPr>
                                          <a:rPr lang="en-IN" sz="1600" i="1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p>
                                          <m:sSup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p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p>
                                        </m:sSup>
                                      </m:sub>
                                      <m:sup/>
                                      <m:e>
                                        <m:d>
                                          <m:d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IN" sz="1600" i="1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IN" sz="1600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IN" sz="1600" i="1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IN" sz="1600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1600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IN" sz="1600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𝑑𝑥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IN" sz="1600" i="1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IN" sz="1600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IN" sz="1600" i="1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IN" sz="1600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1600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IN" sz="1600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𝑑𝑥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  <m:r>
                                          <a:rPr lang="en-IN" sz="1600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d>
                                <m:r>
                                  <a:rPr lang="en-IN" sz="1600" kern="120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IN" sz="1600" i="1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 1</m:t>
                                    </m:r>
                                  </m:sub>
                                  <m:sup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IN" sz="1600" kern="1200">
                                    <a:effectLst/>
                                    <a:latin typeface="Cambria Math" panose="02040503050406030204" pitchFamily="18" charset="0"/>
                                  </a:rPr>
                                  <m:t>= 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600" i="1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supHide m:val="on"/>
                                        <m:ctrlPr>
                                          <a:rPr lang="en-IN" sz="1600" i="1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p>
                                          <m:sSup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p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p>
                                        </m:sSup>
                                      </m:sub>
                                      <m:sup/>
                                      <m:e>
                                        <m:sSub>
                                          <m:sSub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en-IN" sz="1600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d>
                                <m:sSubSup>
                                  <m:sSubSupPr>
                                    <m:ctrlPr>
                                      <a:rPr lang="en-IN" sz="1600" i="1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IN" sz="1600" kern="1200">
                                    <a:effectLst/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600" i="1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supHide m:val="on"/>
                                        <m:ctrlPr>
                                          <a:rPr lang="en-IN" sz="1600" i="1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p>
                                          <m:sSup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p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p>
                                        </m:sSup>
                                      </m:sub>
                                      <m:sup/>
                                      <m:e>
                                        <m:sSub>
                                          <m:sSub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IN" sz="1600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d>
                                <m:sSubSup>
                                  <m:sSubSupPr>
                                    <m:ctrlPr>
                                      <a:rPr lang="en-IN" sz="1600" i="1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201419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i="1" kern="120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1600" i="1" kern="1200" dirty="0">
                                    <a:effectLst/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IN" sz="1600" b="1" i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kern="12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600" i="1" kern="12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supHide m:val="on"/>
                                        <m:ctrlPr>
                                          <a:rPr lang="en-IN" sz="1600" i="1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p>
                                          <m:sSup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p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p>
                                        </m:sSup>
                                      </m:sub>
                                      <m:sup/>
                                      <m:e>
                                        <m:d>
                                          <m:d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IN" sz="1600" i="1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IN" sz="1600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IN" sz="1600" i="1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IN" sz="1600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1600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IN" sz="1600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𝑑𝑥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IN" sz="1600" i="1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IN" sz="1600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IN" sz="1600" i="1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IN" sz="1600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1600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IN" sz="1600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𝑑𝑥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  <m:r>
                                          <a:rPr lang="en-IN" sz="1600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d>
                                <m:r>
                                  <a:rPr lang="en-IN" sz="1600" kern="120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IN" sz="1600" i="1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 0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600" i="1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600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IN" sz="1600" kern="1200">
                                    <a:effectLst/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600" i="1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supHide m:val="on"/>
                                        <m:ctrlPr>
                                          <a:rPr lang="en-IN" sz="1600" i="1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p>
                                          <m:sSup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p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p>
                                        </m:sSup>
                                      </m:sub>
                                      <m:sup/>
                                      <m:e>
                                        <m:d>
                                          <m:d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IN" sz="1600" i="1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IN" sz="1600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IN" sz="1600" i="1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IN" sz="1600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1600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IN" sz="1600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𝑑𝑥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IN" sz="1600" i="1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IN" sz="1600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IN" sz="1600" i="1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IN" sz="1600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1600" kern="12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IN" sz="1600" kern="12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𝑑𝑥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  <m:r>
                                          <a:rPr lang="en-IN" sz="1600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d>
                                <m:r>
                                  <a:rPr lang="en-IN" sz="1600" kern="120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IN" sz="1600" i="1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 1</m:t>
                                    </m:r>
                                  </m:sub>
                                  <m:sup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IN" sz="1600" kern="1200">
                                    <a:effectLst/>
                                    <a:latin typeface="Cambria Math" panose="02040503050406030204" pitchFamily="18" charset="0"/>
                                  </a:rPr>
                                  <m:t>= 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600" i="1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supHide m:val="on"/>
                                        <m:ctrlPr>
                                          <a:rPr lang="en-IN" sz="1600" i="1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p>
                                          <m:sSup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p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p>
                                        </m:sSup>
                                      </m:sub>
                                      <m:sup/>
                                      <m:e>
                                        <m:sSub>
                                          <m:sSub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en-IN" sz="1600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d>
                                <m:sSubSup>
                                  <m:sSubSupPr>
                                    <m:ctrlPr>
                                      <a:rPr lang="en-IN" sz="1600" i="1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IN" sz="1600" kern="1200">
                                    <a:effectLst/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600" i="1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supHide m:val="on"/>
                                        <m:ctrlPr>
                                          <a:rPr lang="en-IN" sz="1600" i="1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p>
                                          <m:sSup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p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p>
                                        </m:sSup>
                                      </m:sub>
                                      <m:sup/>
                                      <m:e>
                                        <m:sSub>
                                          <m:sSub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IN" sz="1600" kern="12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600" i="1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𝛺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kern="12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d>
                                <m:sSubSup>
                                  <m:sSubSupPr>
                                    <m:ctrlPr>
                                      <a:rPr lang="en-IN" sz="1600" i="1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IN" sz="1600" kern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600" b="1" i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49334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5D62E0A-3BD1-CE9F-A619-6B27EB49CC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6497378"/>
                  </p:ext>
                </p:extLst>
              </p:nvPr>
            </p:nvGraphicFramePr>
            <p:xfrm>
              <a:off x="932180" y="1872697"/>
              <a:ext cx="10327640" cy="127863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90432">
                      <a:extLst>
                        <a:ext uri="{9D8B030D-6E8A-4147-A177-3AD203B41FA5}">
                          <a16:colId xmlns:a16="http://schemas.microsoft.com/office/drawing/2014/main" val="2746474365"/>
                        </a:ext>
                      </a:extLst>
                    </a:gridCol>
                    <a:gridCol w="9637208">
                      <a:extLst>
                        <a:ext uri="{9D8B030D-6E8A-4147-A177-3AD203B41FA5}">
                          <a16:colId xmlns:a16="http://schemas.microsoft.com/office/drawing/2014/main" val="2139349091"/>
                        </a:ext>
                      </a:extLst>
                    </a:gridCol>
                  </a:tblGrid>
                  <a:tr h="6393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5" t="-952" r="-1402655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02" t="-952" r="-126" b="-1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141995"/>
                      </a:ext>
                    </a:extLst>
                  </a:tr>
                  <a:tr h="6393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5" t="-100952" r="-1402655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02" t="-100952" r="-126" b="-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49334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62844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0FEF1-1BFE-3333-F075-856C97C97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246062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Interpolating Polynomials and Roots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3C1464-9805-F1D3-6D6D-59E806FB89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9090" y="1316679"/>
                <a:ext cx="6797511" cy="4578163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endParaRPr lang="en-IN" sz="1800" dirty="0">
                  <a:latin typeface="+mj-lt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sz="2200" dirty="0">
                    <a:latin typeface="+mj-lt"/>
                  </a:rPr>
                  <a:t>N</a:t>
                </a:r>
                <a:r>
                  <a:rPr lang="en-IN" sz="2200" baseline="30000" dirty="0">
                    <a:latin typeface="+mj-lt"/>
                  </a:rPr>
                  <a:t>th</a:t>
                </a:r>
                <a:r>
                  <a:rPr lang="en-IN" sz="2200" dirty="0">
                    <a:latin typeface="+mj-lt"/>
                  </a:rPr>
                  <a:t> order Lagrange polynomials are used as basis functions with nodes as roots of (N+1)</a:t>
                </a:r>
                <a:r>
                  <a:rPr lang="en-IN" sz="2200" baseline="30000" dirty="0" err="1">
                    <a:latin typeface="+mj-lt"/>
                  </a:rPr>
                  <a:t>th</a:t>
                </a:r>
                <a:r>
                  <a:rPr lang="en-IN" sz="2200" dirty="0">
                    <a:latin typeface="+mj-lt"/>
                  </a:rPr>
                  <a:t>  order </a:t>
                </a:r>
                <a:r>
                  <a:rPr lang="en-IN" sz="2200" dirty="0" err="1">
                    <a:latin typeface="+mj-lt"/>
                  </a:rPr>
                  <a:t>Lobatto</a:t>
                </a:r>
                <a:r>
                  <a:rPr lang="en-IN" sz="2200" dirty="0">
                    <a:latin typeface="+mj-lt"/>
                  </a:rPr>
                  <a:t> polynomial</a:t>
                </a:r>
              </a:p>
              <a:p>
                <a:pPr marL="0" indent="0" algn="ctr">
                  <a:buNone/>
                </a:pPr>
                <a:r>
                  <a:rPr lang="en-IN" sz="180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Lagrange Polynomials </a:t>
                </a:r>
                <a:r>
                  <a:rPr lang="en-IN" sz="180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)= </m:t>
                        </m:r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chr m:val="∏"/>
                        <m:limLoc m:val="undOvr"/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eqArr>
                          <m:eqArr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≠</m:t>
                            </m:r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eqArr>
                      </m:sub>
                      <m:sup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en-IN" sz="2800" dirty="0">
                  <a:latin typeface="+mj-lt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IN" sz="1800" dirty="0">
                  <a:latin typeface="+mj-lt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sz="2000" dirty="0">
                    <a:latin typeface="+mj-lt"/>
                  </a:rPr>
                  <a:t>The Legendre polynomial [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rPr>
                      <m:t>=(1−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+mj-lt"/>
                    <a:ea typeface="Verdana" panose="020B0604030504040204" pitchFamily="34" charset="0"/>
                    <a:cs typeface="Times New Roman" panose="02020603050405020304" pitchFamily="18" charset="0"/>
                  </a:rPr>
                  <a:t> &amp;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rPr>
                      <m:t>𝑤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en-IN" sz="2000" b="0" i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rPr>
                      <m:t> ] </m:t>
                    </m:r>
                  </m:oMath>
                </a14:m>
                <a:r>
                  <a:rPr lang="en-IN" sz="2000" dirty="0">
                    <a:latin typeface="+mj-lt"/>
                  </a:rPr>
                  <a:t>are used to find out </a:t>
                </a:r>
                <a:r>
                  <a:rPr lang="en-IN" sz="2000" dirty="0" err="1">
                    <a:latin typeface="+mj-lt"/>
                  </a:rPr>
                  <a:t>Lobatto</a:t>
                </a:r>
                <a:r>
                  <a:rPr lang="en-IN" sz="2000" dirty="0">
                    <a:latin typeface="+mj-lt"/>
                  </a:rPr>
                  <a:t> polynomials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N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  <m:sup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𝐿𝑒𝑔</m:t>
                        </m:r>
                      </m:sup>
                    </m:sSubSup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num>
                      <m:den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sSubSup>
                      <m:sSubSup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  <m:sup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𝐿𝑒𝑔</m:t>
                        </m:r>
                      </m:sup>
                    </m:sSubSup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−  </m:t>
                    </m:r>
                    <m:f>
                      <m:f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num>
                      <m:den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sSubSup>
                      <m:sSubSup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sub>
                      <m:sup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𝐿𝑒𝑔</m:t>
                        </m:r>
                      </m:sup>
                    </m:sSubSup>
                    <m:d>
                      <m:d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        ∀ 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1800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IN" dirty="0">
                    <a:latin typeface="+mj-lt"/>
                  </a:rPr>
                  <a:t>, </a:t>
                </a:r>
              </a:p>
              <a:p>
                <a:pPr marL="0" indent="0" algn="ctr">
                  <a:buNone/>
                </a:pPr>
                <a:r>
                  <a:rPr lang="en-IN" sz="2000" dirty="0">
                    <a:latin typeface="+mj-lt"/>
                  </a:rPr>
                  <a:t>where,</a:t>
                </a:r>
                <a:r>
                  <a:rPr lang="en-IN" sz="28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  <m:sup>
                        <m:r>
                          <a:rPr lang="en-IN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𝐿𝑒𝑔</m:t>
                        </m:r>
                      </m:sup>
                    </m:sSubSup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IN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IN" sz="1800" i="1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&amp;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𝐿𝑒𝑔</m:t>
                        </m:r>
                      </m:sup>
                    </m:sSubSup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IN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IN" sz="1800" i="1" dirty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3C1464-9805-F1D3-6D6D-59E806FB89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9090" y="1316679"/>
                <a:ext cx="6797511" cy="4578163"/>
              </a:xfrm>
              <a:blipFill>
                <a:blip r:embed="rId3"/>
                <a:stretch>
                  <a:fillRect l="-9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C1B26-6725-7BFB-B892-557895C88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9CF8-DC31-4228-942E-D6727A29353D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D3D15-C3EC-0EA8-035C-2C79237D3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50F9A-DA1C-B538-4F20-8C0B4F191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8</a:t>
            </a:fld>
            <a:endParaRPr lang="en-IN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F02B396-1783-341B-D53D-8755A8B5B5AB}"/>
              </a:ext>
            </a:extLst>
          </p:cNvPr>
          <p:cNvSpPr/>
          <p:nvPr/>
        </p:nvSpPr>
        <p:spPr>
          <a:xfrm>
            <a:off x="7456602" y="1364236"/>
            <a:ext cx="4336330" cy="4904589"/>
          </a:xfrm>
          <a:prstGeom prst="snip2DiagRect">
            <a:avLst>
              <a:gd name="adj1" fmla="val 0"/>
              <a:gd name="adj2" fmla="val 16667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F7D648-4FD9-F19B-0847-98C4751ECB7B}"/>
              </a:ext>
            </a:extLst>
          </p:cNvPr>
          <p:cNvSpPr txBox="1"/>
          <p:nvPr/>
        </p:nvSpPr>
        <p:spPr>
          <a:xfrm>
            <a:off x="7714071" y="1571625"/>
            <a:ext cx="2683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>
                <a:solidFill>
                  <a:schemeClr val="accent1"/>
                </a:solidFill>
              </a:rPr>
              <a:t>Lobatto</a:t>
            </a:r>
            <a:r>
              <a:rPr lang="en-IN" b="1" dirty="0">
                <a:solidFill>
                  <a:schemeClr val="accent1"/>
                </a:solidFill>
              </a:rPr>
              <a:t> Polynomial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56BF11-F0CA-1FC1-B385-C9552F0C51EA}"/>
                  </a:ext>
                </a:extLst>
              </p:cNvPr>
              <p:cNvSpPr txBox="1"/>
              <p:nvPr/>
            </p:nvSpPr>
            <p:spPr>
              <a:xfrm>
                <a:off x="7532016" y="1940957"/>
                <a:ext cx="4029173" cy="9461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𝐿𝑜𝑏</m:t>
                          </m:r>
                        </m:sup>
                      </m:sSubSup>
                      <m:d>
                        <m:d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sSubSup>
                        <m:sSubSup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𝐿𝑒𝑔</m:t>
                          </m:r>
                        </m:sup>
                      </m:sSubSup>
                      <m:d>
                        <m:d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IN" sz="18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Sup>
                        <m:sSubSup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𝐿𝑒𝑔</m:t>
                          </m:r>
                        </m:sup>
                      </m:sSubSup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56BF11-F0CA-1FC1-B385-C9552F0C5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2016" y="1940957"/>
                <a:ext cx="4029173" cy="946156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B8D77D5-C28F-14FA-C714-B4E08C8BAC7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994" t="4667" r="6199" b="323"/>
          <a:stretch/>
        </p:blipFill>
        <p:spPr>
          <a:xfrm>
            <a:off x="7922318" y="3091646"/>
            <a:ext cx="3248569" cy="25802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1B54C6-672D-5BEC-2AD8-B27B0D01A704}"/>
              </a:ext>
            </a:extLst>
          </p:cNvPr>
          <p:cNvSpPr txBox="1"/>
          <p:nvPr/>
        </p:nvSpPr>
        <p:spPr>
          <a:xfrm>
            <a:off x="7714071" y="5756343"/>
            <a:ext cx="4336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i="1" dirty="0">
                <a:latin typeface="+mj-lt"/>
              </a:rPr>
              <a:t>Figure 2: Roots of </a:t>
            </a:r>
            <a:r>
              <a:rPr lang="en-IN" sz="1200" i="1" dirty="0" err="1">
                <a:latin typeface="+mj-lt"/>
              </a:rPr>
              <a:t>Lobatto</a:t>
            </a:r>
            <a:r>
              <a:rPr lang="en-IN" sz="1200" i="1" dirty="0">
                <a:latin typeface="+mj-lt"/>
              </a:rPr>
              <a:t> polynomial in 1D [6]</a:t>
            </a:r>
          </a:p>
        </p:txBody>
      </p:sp>
    </p:spTree>
    <p:extLst>
      <p:ext uri="{BB962C8B-B14F-4D97-AF65-F5344CB8AC3E}">
        <p14:creationId xmlns:p14="http://schemas.microsoft.com/office/powerpoint/2010/main" val="2666986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89108-B0E0-B618-DF77-4A8DCE897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2635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Global Assembly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80725-B4B2-0473-2202-ED0AB6B8C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5631-8B7C-4A4F-918A-291B08C737C5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53FA9-DEF6-139A-92D7-47A2205E5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64361-75E2-46D8-548B-FC6B81E9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9</a:t>
            </a:fld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1CC5CB1-FD58-5481-44E8-DC7A118D3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2309" y="723923"/>
            <a:ext cx="2374147" cy="2405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EE012B-F797-43E0-8B25-1C6C725B43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26" y="1316864"/>
            <a:ext cx="4296055" cy="63771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1185AD-A5F2-BAD0-9ADD-BB3F4F0DC40A}"/>
                  </a:ext>
                </a:extLst>
              </p:cNvPr>
              <p:cNvSpPr txBox="1"/>
              <p:nvPr/>
            </p:nvSpPr>
            <p:spPr>
              <a:xfrm>
                <a:off x="6215116" y="996319"/>
                <a:ext cx="1473201" cy="824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1185AD-A5F2-BAD0-9ADD-BB3F4F0DC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116" y="996319"/>
                <a:ext cx="1473201" cy="8249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C4BF1C70-252A-3BED-02AC-EDFEBE0151B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27" r="25665"/>
          <a:stretch/>
        </p:blipFill>
        <p:spPr bwMode="auto">
          <a:xfrm>
            <a:off x="8765886" y="3682019"/>
            <a:ext cx="3296226" cy="162553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06E5BF5-DD64-BBE0-D705-55835EF12881}"/>
                  </a:ext>
                </a:extLst>
              </p:cNvPr>
              <p:cNvSpPr txBox="1"/>
              <p:nvPr/>
            </p:nvSpPr>
            <p:spPr>
              <a:xfrm>
                <a:off x="220717" y="5230402"/>
                <a:ext cx="6861021" cy="1195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06E5BF5-DD64-BBE0-D705-55835EF12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7" y="5230402"/>
                <a:ext cx="6861021" cy="11958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E33DE35D-A52A-58F3-217C-4B526C9A76DD}"/>
              </a:ext>
            </a:extLst>
          </p:cNvPr>
          <p:cNvSpPr txBox="1"/>
          <p:nvPr/>
        </p:nvSpPr>
        <p:spPr>
          <a:xfrm>
            <a:off x="9138623" y="5248378"/>
            <a:ext cx="3053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>
                <a:latin typeface="+mj-lt"/>
              </a:rPr>
              <a:t>Figure 3(b): Global Assembly in 1D domain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391447C-E5E8-5F2C-C02D-0C5115077E74}"/>
                  </a:ext>
                </a:extLst>
              </p:cNvPr>
              <p:cNvSpPr txBox="1"/>
              <p:nvPr/>
            </p:nvSpPr>
            <p:spPr>
              <a:xfrm>
                <a:off x="7454475" y="5564059"/>
                <a:ext cx="15138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IN" sz="2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IN" sz="2400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391447C-E5E8-5F2C-C02D-0C5115077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475" y="5564059"/>
                <a:ext cx="151384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F86E095B-F7CC-8FEC-1D16-494E1DC512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5219414"/>
                  </p:ext>
                </p:extLst>
              </p:nvPr>
            </p:nvGraphicFramePr>
            <p:xfrm>
              <a:off x="220717" y="2279018"/>
              <a:ext cx="8535010" cy="2554289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4436124">
                      <a:extLst>
                        <a:ext uri="{9D8B030D-6E8A-4147-A177-3AD203B41FA5}">
                          <a16:colId xmlns:a16="http://schemas.microsoft.com/office/drawing/2014/main" val="3320723714"/>
                        </a:ext>
                      </a:extLst>
                    </a:gridCol>
                    <a:gridCol w="4098886">
                      <a:extLst>
                        <a:ext uri="{9D8B030D-6E8A-4147-A177-3AD203B41FA5}">
                          <a16:colId xmlns:a16="http://schemas.microsoft.com/office/drawing/2014/main" val="2870378054"/>
                        </a:ext>
                      </a:extLst>
                    </a:gridCol>
                  </a:tblGrid>
                  <a:tr h="75857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𝐼𝐽</m:t>
                                    </m:r>
                                  </m:sub>
                                </m:sSub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⋀"/>
                                    <m:limLoc m:val="undOvr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IN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IN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nary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𝐼𝐽</m:t>
                                    </m:r>
                                  </m:sub>
                                </m:sSub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⋀"/>
                                    <m:limLoc m:val="undOvr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IN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IN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nary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0963993"/>
                      </a:ext>
                    </a:extLst>
                  </a:tr>
                  <a:tr h="321584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 = </a:t>
                          </a:r>
                          <a14:m>
                            <m:oMath xmlns:m="http://schemas.openxmlformats.org/officeDocument/2006/math">
                              <m:r>
                                <a:rPr lang="en-I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I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I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  <m:r>
                                    <a:rPr lang="en-I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,</m:t>
                                  </m:r>
                                  <m:r>
                                    <a:rPr lang="en-I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I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− 1</m:t>
                              </m:r>
                            </m:oMath>
                          </a14:m>
                          <a:r>
                            <a:rPr lang="en-IN" sz="18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                  J = </a:t>
                          </a:r>
                          <a14:m>
                            <m:oMath xmlns:m="http://schemas.openxmlformats.org/officeDocument/2006/math">
                              <m:r>
                                <a:rPr lang="en-I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  <m:r>
                                <a:rPr lang="en-I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lang="en-I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  <m:r>
                                <a:rPr lang="en-I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lang="en-I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  <m:r>
                                <a:rPr lang="en-I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 − 1</m:t>
                              </m:r>
                            </m:oMath>
                          </a14:m>
                          <a:endParaRPr lang="en-IN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86841246"/>
                      </a:ext>
                    </a:extLst>
                  </a:tr>
                  <a:tr h="132575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6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𝐼𝐽</m:t>
                                    </m:r>
                                  </m:sub>
                                </m:sSub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6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4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16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  <m:r>
                                            <a:rPr lang="en-I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lang="en-IN" sz="1600" b="0" i="0" smtClean="0">
                                              <a:latin typeface="Cambria Math" panose="02040503050406030204" pitchFamily="18" charset="0"/>
                                            </a:rPr>
                                            <m:t>1/2+1/2</m:t>
                                          </m:r>
                                        </m:e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6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𝐼𝐽</m:t>
                                    </m:r>
                                  </m:sub>
                                </m:sSub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6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4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16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  <m:r>
                                                <a:rPr lang="en-I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+2/3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  <m:r>
                                                <a:rPr lang="en-IN" sz="16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+2/3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den>
                                          </m:f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sz="1600" i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252915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F86E095B-F7CC-8FEC-1D16-494E1DC512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5219414"/>
                  </p:ext>
                </p:extLst>
              </p:nvPr>
            </p:nvGraphicFramePr>
            <p:xfrm>
              <a:off x="220717" y="2279018"/>
              <a:ext cx="8535010" cy="2554289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4436124">
                      <a:extLst>
                        <a:ext uri="{9D8B030D-6E8A-4147-A177-3AD203B41FA5}">
                          <a16:colId xmlns:a16="http://schemas.microsoft.com/office/drawing/2014/main" val="3320723714"/>
                        </a:ext>
                      </a:extLst>
                    </a:gridCol>
                    <a:gridCol w="4098886">
                      <a:extLst>
                        <a:ext uri="{9D8B030D-6E8A-4147-A177-3AD203B41FA5}">
                          <a16:colId xmlns:a16="http://schemas.microsoft.com/office/drawing/2014/main" val="2870378054"/>
                        </a:ext>
                      </a:extLst>
                    </a:gridCol>
                  </a:tblGrid>
                  <a:tr h="8627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37" t="-704" r="-92857" b="-197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8321" t="-704" r="-446" b="-1971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0963993"/>
                      </a:ext>
                    </a:extLst>
                  </a:tr>
                  <a:tr h="36576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71" t="-238333" r="-214" b="-36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86841246"/>
                      </a:ext>
                    </a:extLst>
                  </a:tr>
                  <a:tr h="13257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37" t="-93119" r="-92857" b="-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8321" t="-93119" r="-446" b="-9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52915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2A5DFBD-EB62-9C64-0C78-2E2EE3EE9407}"/>
              </a:ext>
            </a:extLst>
          </p:cNvPr>
          <p:cNvSpPr/>
          <p:nvPr/>
        </p:nvSpPr>
        <p:spPr>
          <a:xfrm>
            <a:off x="5750034" y="1821225"/>
            <a:ext cx="2655172" cy="378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+mj-lt"/>
              </a:rPr>
              <a:t>Connectivity Matrix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32925-98C8-429F-B428-CDB824A3507F}"/>
              </a:ext>
            </a:extLst>
          </p:cNvPr>
          <p:cNvSpPr txBox="1"/>
          <p:nvPr/>
        </p:nvSpPr>
        <p:spPr>
          <a:xfrm>
            <a:off x="9485439" y="3238730"/>
            <a:ext cx="2081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+mj-lt"/>
              </a:rPr>
              <a:t>Figure 3(a): Global Assembly</a:t>
            </a:r>
            <a:endParaRPr lang="en-IN" sz="1200" i="1" dirty="0">
              <a:latin typeface="+mj-lt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027855E-F3AE-9773-5EF8-28D4F7BF4027}"/>
              </a:ext>
            </a:extLst>
          </p:cNvPr>
          <p:cNvSpPr/>
          <p:nvPr/>
        </p:nvSpPr>
        <p:spPr>
          <a:xfrm>
            <a:off x="7077620" y="5712244"/>
            <a:ext cx="376855" cy="2327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5E736F-45AB-9260-54D8-E94C2918DCEC}"/>
                  </a:ext>
                </a:extLst>
              </p:cNvPr>
              <p:cNvSpPr txBox="1"/>
              <p:nvPr/>
            </p:nvSpPr>
            <p:spPr>
              <a:xfrm>
                <a:off x="2712005" y="4848181"/>
                <a:ext cx="2211776" cy="4085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8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IN" sz="18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𝑰𝑱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IN" sz="18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b="1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IN" sz="1800" b="1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𝑱</m:t>
                          </m:r>
                        </m:sub>
                      </m:sSub>
                      <m:r>
                        <a:rPr lang="en-IN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800" b="1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b="1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IN" sz="1800" b="1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𝑰𝑱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IN" sz="1800" b="1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b="1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IN" sz="1800" b="1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𝑱</m:t>
                          </m:r>
                        </m:sub>
                      </m:sSub>
                    </m:oMath>
                  </m:oMathPara>
                </a14:m>
                <a:endParaRPr lang="en-IN" sz="18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5E736F-45AB-9260-54D8-E94C2918D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005" y="4848181"/>
                <a:ext cx="2211776" cy="408510"/>
              </a:xfrm>
              <a:prstGeom prst="rect">
                <a:avLst/>
              </a:prstGeom>
              <a:blipFill>
                <a:blip r:embed="rId9"/>
                <a:stretch>
                  <a:fillRect b="-104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4184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36575-5FF5-432D-BE38-CE3932C2C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Boundary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2D53D7-CF30-3359-6CD0-0CD6E34A5D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6760" y="1561464"/>
                <a:ext cx="10515600" cy="4717415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sz="2200" dirty="0">
                    <a:latin typeface="+mj-lt"/>
                  </a:rPr>
                  <a:t>Here, the left and right nodes are Dirichlet boundary conditions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sz="2200" dirty="0">
                    <a:latin typeface="+mj-lt"/>
                  </a:rPr>
                  <a:t>They are eliminated from the matrices to form modified system of equations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b="1" i="1" smtClean="0"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IN" sz="2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IN" sz="2200" b="1" dirty="0"/>
              </a:p>
              <a:p>
                <a:endParaRPr lang="en-IN" sz="2000" dirty="0">
                  <a:latin typeface="+mj-lt"/>
                </a:endParaRPr>
              </a:p>
              <a:p>
                <a:endParaRPr lang="en-IN" sz="2000" dirty="0">
                  <a:latin typeface="+mj-lt"/>
                </a:endParaRPr>
              </a:p>
              <a:p>
                <a:endParaRPr lang="en-IN" sz="2000" dirty="0">
                  <a:latin typeface="+mj-lt"/>
                </a:endParaRPr>
              </a:p>
              <a:p>
                <a:endParaRPr lang="en-IN" sz="2000" dirty="0">
                  <a:latin typeface="+mj-lt"/>
                </a:endParaRPr>
              </a:p>
              <a:p>
                <a:endParaRPr lang="en-IN" sz="2000" dirty="0">
                  <a:latin typeface="+mj-lt"/>
                </a:endParaRPr>
              </a:p>
              <a:p>
                <a:endParaRPr lang="en-IN" sz="2000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IN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2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r>
                        <a:rPr lang="en-IN" sz="2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N" sz="2200" b="1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IN" sz="2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</m:oMath>
                  </m:oMathPara>
                </a14:m>
                <a:endParaRPr lang="en-IN" sz="2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2D53D7-CF30-3359-6CD0-0CD6E34A5D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6760" y="1561464"/>
                <a:ext cx="10515600" cy="4717415"/>
              </a:xfrm>
              <a:blipFill>
                <a:blip r:embed="rId2"/>
                <a:stretch>
                  <a:fillRect l="-522" t="-19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A3393-A807-DB6C-011E-B85AEA473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2F814-758F-4767-9F7D-8249DFB26EB6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4AC9-86D6-C618-1DCA-9D0642AC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9B21B-6BEF-FCD2-52BF-7D63BDF70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10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2B6E45-70DA-665E-E439-3A68269C5C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70" t="5376" r="27144" b="6582"/>
          <a:stretch/>
        </p:blipFill>
        <p:spPr bwMode="auto">
          <a:xfrm>
            <a:off x="4083562" y="2503266"/>
            <a:ext cx="3841995" cy="20239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57738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B2B47-FBC3-E60C-E22D-CFCDB04D8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2D Domain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A8A0B-1D79-A1A3-9748-61FDAE2243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0161"/>
                <a:ext cx="8082280" cy="257048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IN" sz="18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sup>
                      <m:e>
                        <m:nary>
                          <m:naryPr>
                            <m:limLoc m:val="subSup"/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𝑑𝑥𝑑𝑦</m:t>
                            </m:r>
                          </m:e>
                        </m:nary>
                      </m:e>
                    </m:nary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</m:t>
                    </m:r>
                    <m:nary>
                      <m:naryPr>
                        <m:limLoc m:val="subSup"/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  <m:sup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  <m:e>
                        <m:nary>
                          <m:naryPr>
                            <m:limLoc m:val="subSup"/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𝜉</m:t>
                                </m:r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𝜂</m:t>
                                </m:r>
                              </m:e>
                            </m:d>
                            <m:d>
                              <m:dPr>
                                <m:begChr m:val="|"/>
                                <m:endChr m:val="|"/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800" b="1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𝑱</m:t>
                                </m:r>
                                <m:d>
                                  <m:d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𝜉</m:t>
                                    </m:r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𝜂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𝜉</m:t>
                            </m:r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𝜂</m:t>
                            </m:r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 </m:t>
                            </m:r>
                          </m:e>
                        </m:nary>
                      </m:e>
                    </m:nary>
                  </m:oMath>
                </a14:m>
                <a:endPara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IN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sup>
                      <m:e>
                        <m:nary>
                          <m:naryPr>
                            <m:limLoc m:val="subSup"/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𝑑𝑥𝑑𝑦</m:t>
                            </m:r>
                          </m:e>
                        </m:nary>
                      </m:e>
                    </m:nary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sSub>
                          <m:sSubPr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𝜉</m:t>
                            </m:r>
                          </m:sub>
                        </m:sSub>
                      </m:sup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IN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𝜂</m:t>
                                </m:r>
                              </m:sub>
                            </m:sSub>
                          </m:sup>
                          <m:e>
                            <m:sSub>
                              <m:sSubPr>
                                <m:ctrlP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𝜉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)|</m:t>
                    </m:r>
                    <m:r>
                      <a:rPr lang="en-IN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𝑱</m:t>
                    </m:r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𝜉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IN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)|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A8A0B-1D79-A1A3-9748-61FDAE2243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0161"/>
                <a:ext cx="8082280" cy="2570480"/>
              </a:xfrm>
              <a:blipFill>
                <a:blip r:embed="rId2"/>
                <a:stretch>
                  <a:fillRect l="-2264" t="-203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5D902-3F03-89A5-B87F-BEF749252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B81C1-5637-4B61-9CF6-CB5F97204609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4A393-3227-5564-F29B-5A164605A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F8A3D-92E6-1B55-379F-CD785D04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11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8FC45D-36FF-0624-16B5-2196D79281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41" r="5873"/>
          <a:stretch/>
        </p:blipFill>
        <p:spPr bwMode="auto">
          <a:xfrm>
            <a:off x="6557896" y="3775796"/>
            <a:ext cx="5111248" cy="19783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74158B-09CF-E33B-BDB7-96913A510A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062" y="569334"/>
            <a:ext cx="2162175" cy="218186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8CFA8F-0805-60B3-7ABF-36D44B7EB472}"/>
                  </a:ext>
                </a:extLst>
              </p:cNvPr>
              <p:cNvSpPr txBox="1"/>
              <p:nvPr/>
            </p:nvSpPr>
            <p:spPr>
              <a:xfrm>
                <a:off x="9306560" y="1103861"/>
                <a:ext cx="2265680" cy="1112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8CFA8F-0805-60B3-7ABF-36D44B7EB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6560" y="1103861"/>
                <a:ext cx="2265680" cy="11128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44739E85-2BE5-C12A-15D5-392C9883BC2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81" r="35835"/>
          <a:stretch/>
        </p:blipFill>
        <p:spPr bwMode="auto">
          <a:xfrm>
            <a:off x="458972" y="3895373"/>
            <a:ext cx="2525696" cy="19783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4632AA-7DE2-7771-0E94-AB3BCD7AF24D}"/>
                  </a:ext>
                </a:extLst>
              </p:cNvPr>
              <p:cNvSpPr txBox="1"/>
              <p:nvPr/>
            </p:nvSpPr>
            <p:spPr>
              <a:xfrm>
                <a:off x="2012752" y="2632553"/>
                <a:ext cx="38091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𝜳</m:t>
                          </m:r>
                        </m:e>
                        <m:sub>
                          <m: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d>
                        <m:dPr>
                          <m:ctrlP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IN" sz="24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IN" sz="24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IN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IN" sz="24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4632AA-7DE2-7771-0E94-AB3BCD7AF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752" y="2632553"/>
                <a:ext cx="3809181" cy="461665"/>
              </a:xfrm>
              <a:prstGeom prst="rect">
                <a:avLst/>
              </a:prstGeom>
              <a:blipFill>
                <a:blip r:embed="rId7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D0C9BF99-3F8E-79BE-8763-998BB89061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8928542"/>
                  </p:ext>
                </p:extLst>
              </p:nvPr>
            </p:nvGraphicFramePr>
            <p:xfrm>
              <a:off x="3143969" y="4033522"/>
              <a:ext cx="3277945" cy="163817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277945">
                      <a:extLst>
                        <a:ext uri="{9D8B030D-6E8A-4147-A177-3AD203B41FA5}">
                          <a16:colId xmlns:a16="http://schemas.microsoft.com/office/drawing/2014/main" val="988294633"/>
                        </a:ext>
                      </a:extLst>
                    </a:gridCol>
                  </a:tblGrid>
                  <a:tr h="40954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IN" sz="120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 dirty="0">
                              <a:effectLst/>
                            </a:rPr>
                            <a:t>: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10932947"/>
                      </a:ext>
                    </a:extLst>
                  </a:tr>
                  <a:tr h="40954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IN" sz="120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 dirty="0">
                              <a:effectLst/>
                            </a:rPr>
                            <a:t>: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37901343"/>
                      </a:ext>
                    </a:extLst>
                  </a:tr>
                  <a:tr h="40954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IN" sz="120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 dirty="0">
                              <a:effectLst/>
                            </a:rPr>
                            <a:t>: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38863641"/>
                      </a:ext>
                    </a:extLst>
                  </a:tr>
                  <a:tr h="40954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IN" sz="120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 dirty="0">
                              <a:effectLst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880353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D0C9BF99-3F8E-79BE-8763-998BB89061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8928542"/>
                  </p:ext>
                </p:extLst>
              </p:nvPr>
            </p:nvGraphicFramePr>
            <p:xfrm>
              <a:off x="3143969" y="4033522"/>
              <a:ext cx="3277945" cy="163817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277945">
                      <a:extLst>
                        <a:ext uri="{9D8B030D-6E8A-4147-A177-3AD203B41FA5}">
                          <a16:colId xmlns:a16="http://schemas.microsoft.com/office/drawing/2014/main" val="988294633"/>
                        </a:ext>
                      </a:extLst>
                    </a:gridCol>
                  </a:tblGrid>
                  <a:tr h="4095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8"/>
                          <a:stretch>
                            <a:fillRect l="-186" t="-1471" r="-371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932947"/>
                      </a:ext>
                    </a:extLst>
                  </a:tr>
                  <a:tr h="4095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8"/>
                          <a:stretch>
                            <a:fillRect l="-186" t="-102985" r="-371" b="-204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7901343"/>
                      </a:ext>
                    </a:extLst>
                  </a:tr>
                  <a:tr h="4095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8"/>
                          <a:stretch>
                            <a:fillRect l="-186" t="-200000" r="-371" b="-101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8863641"/>
                      </a:ext>
                    </a:extLst>
                  </a:tr>
                  <a:tr h="4095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8"/>
                          <a:stretch>
                            <a:fillRect l="-186" t="-304478" r="-371" b="-29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8035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39F7BEC-5D28-44D9-A592-6912B2F0753D}"/>
              </a:ext>
            </a:extLst>
          </p:cNvPr>
          <p:cNvSpPr txBox="1"/>
          <p:nvPr/>
        </p:nvSpPr>
        <p:spPr>
          <a:xfrm>
            <a:off x="8106856" y="5870428"/>
            <a:ext cx="2905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>
                <a:latin typeface="+mj-lt"/>
              </a:rPr>
              <a:t>Figure 4(b): Global Assembly in 2D domain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F2C04-5C85-4E7E-A212-F4F95B6C7196}"/>
              </a:ext>
            </a:extLst>
          </p:cNvPr>
          <p:cNvSpPr txBox="1"/>
          <p:nvPr/>
        </p:nvSpPr>
        <p:spPr>
          <a:xfrm>
            <a:off x="7946601" y="2862302"/>
            <a:ext cx="3226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>
                <a:latin typeface="+mj-lt"/>
              </a:rPr>
              <a:t>Figure 4: 2D domain and Connectivity matrix</a:t>
            </a:r>
          </a:p>
        </p:txBody>
      </p:sp>
    </p:spTree>
    <p:extLst>
      <p:ext uri="{BB962C8B-B14F-4D97-AF65-F5344CB8AC3E}">
        <p14:creationId xmlns:p14="http://schemas.microsoft.com/office/powerpoint/2010/main" val="3765724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1CBF-FA15-7352-6CEB-4BD85865E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365125"/>
            <a:ext cx="11460480" cy="833755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Navier-stokes Equation &amp; Fractional Step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2E126-1F33-F50D-D3CB-FA6E29733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8900" y="2282251"/>
            <a:ext cx="4953000" cy="3326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i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Governing Equations (Non-dimensional form)</a:t>
            </a:r>
            <a:endParaRPr lang="en-US" sz="1800" b="1" i="1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6C46F-26D8-AD80-C87D-65399F734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57F12-0034-4919-A5EA-4B98D775852F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2C41E-33C0-E735-FB8A-0108E1AA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76D44-F5B2-CF18-AB38-BD10E7DE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12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62DD3D29-550C-5FBE-6E48-D15B0F3429C5}"/>
                  </a:ext>
                </a:extLst>
              </p:cNvPr>
              <p:cNvSpPr/>
              <p:nvPr/>
            </p:nvSpPr>
            <p:spPr>
              <a:xfrm>
                <a:off x="2245360" y="4583587"/>
                <a:ext cx="7599680" cy="858679"/>
              </a:xfrm>
              <a:prstGeom prst="round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800" b="1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𝑼</m:t>
                              </m:r>
                            </m:e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𝑼</m:t>
                              </m:r>
                            </m:e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</m:sup>
                          </m:sSup>
                        </m:num>
                        <m:den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den>
                      </m:f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  <m:d>
                            <m:d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sz="1800" b="1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𝑼</m:t>
                                  </m:r>
                                </m:e>
                                <m:sup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𝒏</m:t>
                                  </m:r>
                                </m:sup>
                              </m:s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𝜵</m:t>
                              </m:r>
                            </m:e>
                          </m:d>
                          <m:sSup>
                            <m:sSup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𝑼</m:t>
                              </m:r>
                            </m:e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</m:sup>
                          </m:s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  <m:d>
                            <m:d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sz="1800" b="1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𝑼</m:t>
                                  </m:r>
                                </m:e>
                                <m:sup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𝒏</m:t>
                                  </m:r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𝜵</m:t>
                              </m:r>
                            </m:e>
                          </m:d>
                          <m:sSup>
                            <m:sSup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𝑼</m:t>
                              </m:r>
                            </m:e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</m:d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 </m:t>
                      </m:r>
                      <m:f>
                        <m:f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𝑹𝒆</m:t>
                          </m:r>
                        </m:den>
                      </m:f>
                      <m:sSup>
                        <m:sSup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𝜵</m:t>
                          </m:r>
                        </m:e>
                        <m: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𝑼</m:t>
                          </m:r>
                        </m:e>
                        <m: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𝑼</m:t>
                          </m:r>
                        </m:e>
                        <m: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 algn="ctr"/>
                <a:r>
                  <a:rPr lang="en-IN" b="1" dirty="0">
                    <a:solidFill>
                      <a:schemeClr val="tx1"/>
                    </a:solidFill>
                    <a:latin typeface="+mj-lt"/>
                  </a:rPr>
                  <a:t>Step 1</a:t>
                </a:r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62DD3D29-550C-5FBE-6E48-D15B0F3429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360" y="4583587"/>
                <a:ext cx="7599680" cy="858679"/>
              </a:xfrm>
              <a:prstGeom prst="roundRect">
                <a:avLst/>
              </a:prstGeom>
              <a:blipFill>
                <a:blip r:embed="rId2"/>
                <a:stretch>
                  <a:fillRect b="-125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93CFF88A-7C57-7CE2-F88E-AD85F5AD7AF6}"/>
                  </a:ext>
                </a:extLst>
              </p:cNvPr>
              <p:cNvSpPr/>
              <p:nvPr/>
            </p:nvSpPr>
            <p:spPr>
              <a:xfrm>
                <a:off x="2362200" y="5494496"/>
                <a:ext cx="2743200" cy="85867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𝜵</m:t>
                      </m:r>
                      <m:sSup>
                        <m:sSup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𝜵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𝜵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𝑼</m:t>
                              </m:r>
                            </m:e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 algn="ctr"/>
                <a:r>
                  <a:rPr lang="en-IN" b="1" dirty="0">
                    <a:solidFill>
                      <a:schemeClr val="tx1"/>
                    </a:solidFill>
                    <a:latin typeface="+mj-lt"/>
                  </a:rPr>
                  <a:t>Step 2</a:t>
                </a: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93CFF88A-7C57-7CE2-F88E-AD85F5AD7A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494496"/>
                <a:ext cx="2743200" cy="858678"/>
              </a:xfrm>
              <a:prstGeom prst="roundRect">
                <a:avLst/>
              </a:prstGeom>
              <a:blipFill>
                <a:blip r:embed="rId3"/>
                <a:stretch>
                  <a:fillRect b="-125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358FB804-326B-61B2-37AC-8CDD02771278}"/>
                  </a:ext>
                </a:extLst>
              </p:cNvPr>
              <p:cNvSpPr/>
              <p:nvPr/>
            </p:nvSpPr>
            <p:spPr>
              <a:xfrm>
                <a:off x="7086602" y="5526722"/>
                <a:ext cx="2590800" cy="858679"/>
              </a:xfrm>
              <a:prstGeom prst="round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𝑼</m:t>
                          </m:r>
                        </m:e>
                        <m:sup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IN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𝑼</m:t>
                          </m:r>
                        </m:e>
                        <m:sup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IN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𝜵</m:t>
                      </m:r>
                      <m:sSup>
                        <m:sSup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IN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IN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en-IN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𝒕</m:t>
                      </m:r>
                    </m:oMath>
                  </m:oMathPara>
                </a14:m>
                <a:endParaRPr lang="en-IN" dirty="0"/>
              </a:p>
              <a:p>
                <a:pPr algn="ctr"/>
                <a:r>
                  <a:rPr lang="en-IN" b="1" dirty="0">
                    <a:solidFill>
                      <a:schemeClr val="tx1"/>
                    </a:solidFill>
                    <a:latin typeface="+mj-lt"/>
                  </a:rPr>
                  <a:t>Step 3</a:t>
                </a:r>
              </a:p>
            </p:txBody>
          </p:sp>
        </mc:Choice>
        <mc:Fallback xmlns="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358FB804-326B-61B2-37AC-8CDD027712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2" y="5526722"/>
                <a:ext cx="2590800" cy="858679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llout: Down Arrow 9">
            <a:extLst>
              <a:ext uri="{FF2B5EF4-FFF2-40B4-BE49-F238E27FC236}">
                <a16:creationId xmlns:a16="http://schemas.microsoft.com/office/drawing/2014/main" id="{24C8192E-7041-A564-08E2-FC5B77209D09}"/>
              </a:ext>
            </a:extLst>
          </p:cNvPr>
          <p:cNvSpPr/>
          <p:nvPr/>
        </p:nvSpPr>
        <p:spPr>
          <a:xfrm>
            <a:off x="7205345" y="2006444"/>
            <a:ext cx="4253230" cy="1267611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+mj-lt"/>
              </a:rPr>
              <a:t>Temporal term : 1</a:t>
            </a:r>
            <a:r>
              <a:rPr lang="en-IN" sz="1600" baseline="30000" dirty="0">
                <a:latin typeface="+mj-lt"/>
              </a:rPr>
              <a:t>st</a:t>
            </a:r>
            <a:r>
              <a:rPr lang="en-IN" sz="1600" dirty="0">
                <a:latin typeface="+mj-lt"/>
              </a:rPr>
              <a:t> order Forward Difference</a:t>
            </a:r>
          </a:p>
          <a:p>
            <a:pPr algn="ctr"/>
            <a:r>
              <a:rPr lang="en-IN" sz="1600" dirty="0">
                <a:latin typeface="+mj-lt"/>
              </a:rPr>
              <a:t>Convective term :  Adams-</a:t>
            </a:r>
            <a:r>
              <a:rPr lang="en-IN" sz="1600" dirty="0" err="1">
                <a:latin typeface="+mj-lt"/>
              </a:rPr>
              <a:t>Bashforth</a:t>
            </a:r>
            <a:r>
              <a:rPr lang="en-IN" sz="1600" dirty="0">
                <a:latin typeface="+mj-lt"/>
              </a:rPr>
              <a:t> Method</a:t>
            </a:r>
          </a:p>
          <a:p>
            <a:pPr algn="ctr"/>
            <a:r>
              <a:rPr lang="en-IN" sz="1600" dirty="0">
                <a:latin typeface="+mj-lt"/>
              </a:rPr>
              <a:t>Diffusion term : Crank-Nicolson Scheme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B38BFA-E6C3-9C5E-8CF3-71A6F08E5573}"/>
                  </a:ext>
                </a:extLst>
              </p:cNvPr>
              <p:cNvSpPr txBox="1"/>
              <p:nvPr/>
            </p:nvSpPr>
            <p:spPr>
              <a:xfrm>
                <a:off x="3309593" y="3186197"/>
                <a:ext cx="8290560" cy="6550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IN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en-IN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IN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r>
                                    <a:rPr lang="en-I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IN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en-IN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</m:d>
                          <m:sSup>
                            <m:sSupPr>
                              <m:ctrlP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IN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r>
                                    <a:rPr lang="en-I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IN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IN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en-IN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</m:d>
                          <m:sSup>
                            <m:sSupPr>
                              <m:ctrlP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IN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r>
                        <m:rPr>
                          <m:sty m:val="p"/>
                        </m:rPr>
                        <a:rPr lang="en-IN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p>
                        <m:sSupPr>
                          <m:ctrlP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IN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𝑅𝑒</m:t>
                          </m:r>
                        </m:den>
                      </m:f>
                      <m:sSup>
                        <m:sSupPr>
                          <m:ctrlP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IN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IN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I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B38BFA-E6C3-9C5E-8CF3-71A6F08E5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9593" y="3186197"/>
                <a:ext cx="8290560" cy="655051"/>
              </a:xfrm>
              <a:prstGeom prst="rect">
                <a:avLst/>
              </a:prstGeom>
              <a:blipFill>
                <a:blip r:embed="rId5"/>
                <a:stretch>
                  <a:fillRect b="-2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BC8035F6-149E-BD3F-389D-519AFF3C1BE2}"/>
                  </a:ext>
                </a:extLst>
              </p:cNvPr>
              <p:cNvSpPr/>
              <p:nvPr/>
            </p:nvSpPr>
            <p:spPr>
              <a:xfrm>
                <a:off x="822960" y="1328923"/>
                <a:ext cx="1874520" cy="60326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𝛁</m:t>
                      </m:r>
                      <m:r>
                        <a:rPr lang="en-US" b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𝐔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𝟎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BC8035F6-149E-BD3F-389D-519AFF3C1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328923"/>
                <a:ext cx="1874520" cy="60326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35BCC327-E325-3B3E-95E9-67D1DB5D4858}"/>
                  </a:ext>
                </a:extLst>
              </p:cNvPr>
              <p:cNvSpPr/>
              <p:nvPr/>
            </p:nvSpPr>
            <p:spPr>
              <a:xfrm>
                <a:off x="7205345" y="1331110"/>
                <a:ext cx="4282440" cy="60326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𝑼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den>
                      </m:f>
                      <m:r>
                        <a:rPr lang="en-US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 </m:t>
                      </m:r>
                      <m:d>
                        <m:dPr>
                          <m:ctrlPr>
                            <a:rPr lang="en-I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𝑼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𝛁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𝑼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𝛁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𝒑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 </m:t>
                      </m:r>
                      <m:f>
                        <m:fPr>
                          <m:ctrlPr>
                            <a:rPr lang="en-I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𝑹</m:t>
                          </m:r>
                          <m:sSup>
                            <m:sSupPr>
                              <m:ctrlPr>
                                <a:rPr lang="en-I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I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𝛁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𝑼</m:t>
                      </m:r>
                    </m:oMath>
                  </m:oMathPara>
                </a14:m>
                <a:endParaRPr lang="en-IN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35BCC327-E325-3B3E-95E9-67D1DB5D48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5345" y="1331110"/>
                <a:ext cx="4282440" cy="60326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Down 14">
            <a:extLst>
              <a:ext uri="{FF2B5EF4-FFF2-40B4-BE49-F238E27FC236}">
                <a16:creationId xmlns:a16="http://schemas.microsoft.com/office/drawing/2014/main" id="{44167BD4-EAAD-97B2-D45C-076504BF05B9}"/>
              </a:ext>
            </a:extLst>
          </p:cNvPr>
          <p:cNvSpPr/>
          <p:nvPr/>
        </p:nvSpPr>
        <p:spPr>
          <a:xfrm>
            <a:off x="1630680" y="2030646"/>
            <a:ext cx="259080" cy="9006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260D6A4-9B46-F5BA-73C1-30F3DDA985B2}"/>
                  </a:ext>
                </a:extLst>
              </p:cNvPr>
              <p:cNvSpPr txBox="1"/>
              <p:nvPr/>
            </p:nvSpPr>
            <p:spPr>
              <a:xfrm>
                <a:off x="891540" y="3322217"/>
                <a:ext cx="21094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IN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I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IN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260D6A4-9B46-F5BA-73C1-30F3DDA98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0" y="3322217"/>
                <a:ext cx="210947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rrow: Bent 19">
            <a:extLst>
              <a:ext uri="{FF2B5EF4-FFF2-40B4-BE49-F238E27FC236}">
                <a16:creationId xmlns:a16="http://schemas.microsoft.com/office/drawing/2014/main" id="{1BEB3EA8-8FC5-3341-51E3-06EB2C96D4D8}"/>
              </a:ext>
            </a:extLst>
          </p:cNvPr>
          <p:cNvSpPr/>
          <p:nvPr/>
        </p:nvSpPr>
        <p:spPr>
          <a:xfrm rot="10800000">
            <a:off x="10033000" y="4157602"/>
            <a:ext cx="726440" cy="79460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Arrow: Bent 22">
            <a:extLst>
              <a:ext uri="{FF2B5EF4-FFF2-40B4-BE49-F238E27FC236}">
                <a16:creationId xmlns:a16="http://schemas.microsoft.com/office/drawing/2014/main" id="{8443AC41-FE27-0644-63C2-4EDE518626A0}"/>
              </a:ext>
            </a:extLst>
          </p:cNvPr>
          <p:cNvSpPr/>
          <p:nvPr/>
        </p:nvSpPr>
        <p:spPr>
          <a:xfrm rot="10800000" flipH="1">
            <a:off x="1367790" y="4082474"/>
            <a:ext cx="726440" cy="79460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F9B999-2C3F-1C1A-55F1-D1CBAF80034B}"/>
              </a:ext>
            </a:extLst>
          </p:cNvPr>
          <p:cNvSpPr txBox="1"/>
          <p:nvPr/>
        </p:nvSpPr>
        <p:spPr>
          <a:xfrm>
            <a:off x="4249420" y="4157602"/>
            <a:ext cx="353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+mj-lt"/>
              </a:rPr>
              <a:t>Fractional Step Method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0EC9FA-BFA3-8B3B-3EE5-BBA606CC82AC}"/>
              </a:ext>
            </a:extLst>
          </p:cNvPr>
          <p:cNvSpPr txBox="1"/>
          <p:nvPr/>
        </p:nvSpPr>
        <p:spPr>
          <a:xfrm>
            <a:off x="3001010" y="1592515"/>
            <a:ext cx="1510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+mj-lt"/>
              </a:rPr>
              <a:t>Continuity Equation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3B9DBC-8DA4-1228-A615-124311897863}"/>
              </a:ext>
            </a:extLst>
          </p:cNvPr>
          <p:cNvSpPr txBox="1"/>
          <p:nvPr/>
        </p:nvSpPr>
        <p:spPr>
          <a:xfrm>
            <a:off x="5401945" y="1592514"/>
            <a:ext cx="1510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+mj-lt"/>
              </a:rPr>
              <a:t>Momentum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3EB87A4-0F6F-5410-9A9B-8B845F11D8AF}"/>
                  </a:ext>
                </a:extLst>
              </p:cNvPr>
              <p:cNvSpPr txBox="1"/>
              <p:nvPr/>
            </p:nvSpPr>
            <p:spPr>
              <a:xfrm>
                <a:off x="4038600" y="2511221"/>
                <a:ext cx="15443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𝑢</m:t>
                    </m:r>
                    <m:acc>
                      <m:accPr>
                        <m:chr m:val="̂"/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acc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𝑣</m:t>
                    </m:r>
                    <m:acc>
                      <m:accPr>
                        <m:chr m:val="̂"/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IN" sz="1800" b="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3EB87A4-0F6F-5410-9A9B-8B845F11D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2511221"/>
                <a:ext cx="1544320" cy="369332"/>
              </a:xfrm>
              <a:prstGeom prst="rect">
                <a:avLst/>
              </a:prstGeom>
              <a:blipFill>
                <a:blip r:embed="rId9"/>
                <a:stretch>
                  <a:fillRect t="-4918" r="-10277"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1065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E8C7F-AA28-74C0-A926-C5165B49C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0" y="0"/>
            <a:ext cx="10515600" cy="996315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Global System of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D83E1904-BE6D-7C0E-138D-14B5B12D428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95346974"/>
                  </p:ext>
                </p:extLst>
              </p:nvPr>
            </p:nvGraphicFramePr>
            <p:xfrm>
              <a:off x="363223" y="921232"/>
              <a:ext cx="8978741" cy="341376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8978741">
                      <a:extLst>
                        <a:ext uri="{9D8B030D-6E8A-4147-A177-3AD203B41FA5}">
                          <a16:colId xmlns:a16="http://schemas.microsoft.com/office/drawing/2014/main" val="877221836"/>
                        </a:ext>
                      </a:extLst>
                    </a:gridCol>
                  </a:tblGrid>
                  <a:tr h="7874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4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𝑰𝑱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𝒖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𝑱</m:t>
                                        </m:r>
                                      </m:sub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f>
                                  <m:f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num>
                                  <m:den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𝑹𝒆</m:t>
                                    </m:r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𝑳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𝑰𝑱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𝑵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𝑵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𝑱</m:t>
                                    </m:r>
                                  </m:sub>
                                  <m:sup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sSup>
                                          <m:sSup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𝑴</m:t>
                                            </m:r>
                                          </m:e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IN" sz="1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  <m:sub>
                                        <m:r>
                                          <a:rPr lang="en-IN" sz="1400" b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𝐈𝐉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𝒆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∆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num>
                                      <m:den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𝑹𝒆</m:t>
                                        </m:r>
                                      </m:den>
                                    </m:f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𝑳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𝑰𝑱</m:t>
                                            </m:r>
                                          </m:sub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IN" sz="1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∆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num>
                                      <m:den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sSup>
                                          <m:sSup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𝑫</m:t>
                                            </m:r>
                                          </m:e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IN" sz="1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𝑰𝑱</m:t>
                                        </m:r>
                                      </m:sub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𝑱</m:t>
                                    </m:r>
                                  </m:sub>
                                  <m:sup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  <m:r>
                                  <a:rPr lang="en-US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 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∆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num>
                                      <m:den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sSup>
                                          <m:sSup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𝑫</m:t>
                                            </m:r>
                                          </m:e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IN" sz="1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𝑰𝑱</m:t>
                                        </m:r>
                                      </m:sub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𝑱</m:t>
                                    </m:r>
                                  </m:sub>
                                  <m:sup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32152195"/>
                      </a:ext>
                    </a:extLst>
                  </a:tr>
                  <a:tr h="76643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4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𝑰𝑱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𝑱</m:t>
                                        </m:r>
                                      </m:sub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f>
                                  <m:f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num>
                                  <m:den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𝑹𝒆</m:t>
                                    </m:r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𝑳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𝑰𝑱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𝑵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𝑵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𝑱</m:t>
                                    </m:r>
                                  </m:sub>
                                  <m:sup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sSup>
                                          <m:sSup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𝑴</m:t>
                                            </m:r>
                                          </m:e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IN" sz="1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  <m:sub>
                                        <m:r>
                                          <a:rPr lang="en-IN" sz="1400" b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𝐈𝐉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𝒆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∆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num>
                                      <m:den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𝑹𝒆</m:t>
                                        </m:r>
                                      </m:den>
                                    </m:f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𝑳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𝑰𝑱</m:t>
                                            </m:r>
                                          </m:sub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IN" sz="1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∆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num>
                                      <m:den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  <m:sSubSup>
                                      <m:sSubSupPr>
                                        <m:ctrlPr>
                                          <a:rPr lang="en-IN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sSup>
                                          <m:sSup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𝑫</m:t>
                                            </m:r>
                                          </m:e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IN" sz="1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𝑰𝑱</m:t>
                                        </m:r>
                                      </m:sub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𝑱</m:t>
                                    </m:r>
                                  </m:sub>
                                  <m:sup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bSup>
                                <m:r>
                                  <a:rPr lang="en-US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 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∆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num>
                                      <m:den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sSup>
                                          <m:sSup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𝑫</m:t>
                                            </m:r>
                                          </m:e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IN" sz="1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4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𝑰𝑱</m:t>
                                        </m:r>
                                      </m:sub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𝑱</m:t>
                                    </m:r>
                                  </m:sub>
                                  <m:sup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37505069"/>
                      </a:ext>
                    </a:extLst>
                  </a:tr>
                  <a:tr h="66189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𝑰𝑱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𝒑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𝑱</m:t>
                                        </m:r>
                                      </m:sub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den>
                                </m:f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𝑫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𝑰𝑱</m:t>
                                        </m:r>
                                      </m:sub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𝑵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𝑵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𝒖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 </m:t>
                                    </m:r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𝑫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𝑰𝑱</m:t>
                                        </m:r>
                                      </m:sub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𝑵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𝑵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𝒗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𝑱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4291415"/>
                      </a:ext>
                    </a:extLst>
                  </a:tr>
                  <a:tr h="51011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𝑰𝑱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𝒖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𝑱</m:t>
                                        </m:r>
                                      </m:sub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𝑰𝑱</m:t>
                                    </m:r>
                                  </m:sub>
                                  <m:sup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𝒖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𝒋</m:t>
                                        </m:r>
                                      </m:sub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 −∆</m:t>
                                </m:r>
                                <m:r>
                                  <a:rPr lang="en-US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𝑰𝑱</m:t>
                                    </m:r>
                                  </m:sub>
                                  <m:sup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𝒑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𝑱</m:t>
                                        </m:r>
                                      </m:sub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p>
                                    </m:sSubSup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39456888"/>
                      </a:ext>
                    </a:extLst>
                  </a:tr>
                  <a:tr h="51011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𝑰𝑱</m:t>
                                    </m:r>
                                  </m:sub>
                                  <m:sup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𝑱</m:t>
                                        </m:r>
                                      </m:sub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𝑰𝑱</m:t>
                                    </m:r>
                                  </m:sub>
                                  <m:sup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𝒋</m:t>
                                        </m:r>
                                      </m:sub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 −∆</m:t>
                                </m:r>
                                <m:r>
                                  <a:rPr lang="en-US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𝑰𝑱</m:t>
                                    </m:r>
                                  </m:sub>
                                  <m:sup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𝒑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𝑱</m:t>
                                        </m:r>
                                      </m:sub>
                                      <m:sup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p>
                                    </m:sSubSup>
                                    <m:r>
                                      <a:rPr lang="en-US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418143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D83E1904-BE6D-7C0E-138D-14B5B12D428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95346974"/>
                  </p:ext>
                </p:extLst>
              </p:nvPr>
            </p:nvGraphicFramePr>
            <p:xfrm>
              <a:off x="363223" y="921232"/>
              <a:ext cx="8978741" cy="341376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8978741">
                      <a:extLst>
                        <a:ext uri="{9D8B030D-6E8A-4147-A177-3AD203B41FA5}">
                          <a16:colId xmlns:a16="http://schemas.microsoft.com/office/drawing/2014/main" val="877221836"/>
                        </a:ext>
                      </a:extLst>
                    </a:gridCol>
                  </a:tblGrid>
                  <a:tr h="8138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8" t="-746" r="-136" b="-3201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152195"/>
                      </a:ext>
                    </a:extLst>
                  </a:tr>
                  <a:tr h="8138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8" t="-101504" r="-136" b="-222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7505069"/>
                      </a:ext>
                    </a:extLst>
                  </a:tr>
                  <a:tr h="7028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8" t="-231034" r="-136" b="-155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4291415"/>
                      </a:ext>
                    </a:extLst>
                  </a:tr>
                  <a:tr h="5416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8" t="-431461" r="-136" b="-10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9456888"/>
                      </a:ext>
                    </a:extLst>
                  </a:tr>
                  <a:tr h="5416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8" t="-531461" r="-136" b="-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18143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FBAAF-914C-0191-C224-EAD249E4A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D5E7C-096D-4756-BFE5-019516F14BF0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C4617-9C34-E395-53BE-592F7537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996AC-D599-34D5-66C0-A88F47CF1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13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374E779-E566-CAAE-E35A-974C132717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0075705"/>
                  </p:ext>
                </p:extLst>
              </p:nvPr>
            </p:nvGraphicFramePr>
            <p:xfrm>
              <a:off x="6651658" y="4471270"/>
              <a:ext cx="4189167" cy="166471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065247">
                      <a:extLst>
                        <a:ext uri="{9D8B030D-6E8A-4147-A177-3AD203B41FA5}">
                          <a16:colId xmlns:a16="http://schemas.microsoft.com/office/drawing/2014/main" val="2748593815"/>
                        </a:ext>
                      </a:extLst>
                    </a:gridCol>
                    <a:gridCol w="2123920">
                      <a:extLst>
                        <a:ext uri="{9D8B030D-6E8A-4147-A177-3AD203B41FA5}">
                          <a16:colId xmlns:a16="http://schemas.microsoft.com/office/drawing/2014/main" val="2377202205"/>
                        </a:ext>
                      </a:extLst>
                    </a:gridCol>
                  </a:tblGrid>
                  <a:tr h="64970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supHide m:val="on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Ψ</m:t>
                                        </m:r>
                                      </m:e>
                                      <m:sub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f>
                                      <m:f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Ψ</m:t>
                                            </m:r>
                                          </m:e>
                                          <m:sub>
                                            <m:r>
                                              <a:rPr lang="en-IN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nary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supHide m:val="on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Ψ</m:t>
                                        </m:r>
                                      </m:e>
                                      <m:sub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f>
                                      <m:f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Ψ</m:t>
                                            </m:r>
                                          </m:e>
                                          <m:sub>
                                            <m:r>
                                              <a:rPr lang="en-IN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</m:e>
                                </m:nary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17529924"/>
                      </a:ext>
                    </a:extLst>
                  </a:tr>
                  <a:tr h="64970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supHide m:val="on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f>
                                      <m:f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Ψ</m:t>
                                            </m:r>
                                          </m:e>
                                          <m:sub>
                                            <m:r>
                                              <a:rPr lang="en-IN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  <m:f>
                                      <m:f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Ψ</m:t>
                                            </m:r>
                                          </m:e>
                                          <m:sub>
                                            <m:r>
                                              <a:rPr lang="en-IN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nary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supHide m:val="on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f>
                                      <m:f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Ψ</m:t>
                                            </m:r>
                                          </m:e>
                                          <m:sub>
                                            <m:r>
                                              <a:rPr lang="en-IN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  <m:f>
                                      <m:f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4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Ψ</m:t>
                                            </m:r>
                                          </m:e>
                                          <m:sub>
                                            <m:r>
                                              <a:rPr lang="en-IN" sz="14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</m:e>
                                </m:nary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165672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374E779-E566-CAAE-E35A-974C132717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0075705"/>
                  </p:ext>
                </p:extLst>
              </p:nvPr>
            </p:nvGraphicFramePr>
            <p:xfrm>
              <a:off x="6651658" y="4471270"/>
              <a:ext cx="4189167" cy="166471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065247">
                      <a:extLst>
                        <a:ext uri="{9D8B030D-6E8A-4147-A177-3AD203B41FA5}">
                          <a16:colId xmlns:a16="http://schemas.microsoft.com/office/drawing/2014/main" val="2748593815"/>
                        </a:ext>
                      </a:extLst>
                    </a:gridCol>
                    <a:gridCol w="2123920">
                      <a:extLst>
                        <a:ext uri="{9D8B030D-6E8A-4147-A177-3AD203B41FA5}">
                          <a16:colId xmlns:a16="http://schemas.microsoft.com/office/drawing/2014/main" val="2377202205"/>
                        </a:ext>
                      </a:extLst>
                    </a:gridCol>
                  </a:tblGrid>
                  <a:tr h="8323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95" t="-730" r="-103540" b="-101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97421" t="-730" r="-573" b="-101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7529924"/>
                      </a:ext>
                    </a:extLst>
                  </a:tr>
                  <a:tr h="8323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95" t="-100730" r="-103540" b="-1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97421" t="-100730" r="-573" b="-1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65672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0D7C5AB-6AED-0565-45F3-0296ADC68B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0901877"/>
                  </p:ext>
                </p:extLst>
              </p:nvPr>
            </p:nvGraphicFramePr>
            <p:xfrm>
              <a:off x="363223" y="4507495"/>
              <a:ext cx="5732777" cy="14974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5041">
                      <a:extLst>
                        <a:ext uri="{9D8B030D-6E8A-4147-A177-3AD203B41FA5}">
                          <a16:colId xmlns:a16="http://schemas.microsoft.com/office/drawing/2014/main" val="1294911390"/>
                        </a:ext>
                      </a:extLst>
                    </a:gridCol>
                    <a:gridCol w="4117736">
                      <a:extLst>
                        <a:ext uri="{9D8B030D-6E8A-4147-A177-3AD203B41FA5}">
                          <a16:colId xmlns:a16="http://schemas.microsoft.com/office/drawing/2014/main" val="1626095562"/>
                        </a:ext>
                      </a:extLst>
                    </a:gridCol>
                  </a:tblGrid>
                  <a:tr h="32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400" kern="12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Times New Roman" panose="02020603050405020304" pitchFamily="18" charset="0"/>
                            </a:rPr>
                            <a:t>Mass </a:t>
                          </a:r>
                          <a:r>
                            <a:rPr lang="en-IN" sz="1400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Times New Roman" panose="02020603050405020304" pitchFamily="18" charset="0"/>
                            </a:rPr>
                            <a:t>Matrix</a:t>
                          </a:r>
                          <a:endParaRPr lang="en-IN" sz="14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IN" sz="1400" i="1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IN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IN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  <m:r>
                                    <a:rPr lang="en-IN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en-IN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4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+mn-cs"/>
                            </a:rPr>
                            <a:t>= 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supHide m:val="on"/>
                                  <m:ctrlPr>
                                    <a:rPr lang="en-IN" sz="1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IN" sz="1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𝛺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IN" sz="1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Ψ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1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Ψ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IN" sz="1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𝛺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e>
                              </m:nary>
                            </m:oMath>
                          </a14:m>
                          <a:endParaRPr lang="en-IN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9611828"/>
                      </a:ext>
                    </a:extLst>
                  </a:tr>
                  <a:tr h="4715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400" kern="12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Times New Roman" panose="02020603050405020304" pitchFamily="18" charset="0"/>
                            </a:rPr>
                            <a:t>Laplacian Matrix</a:t>
                          </a:r>
                          <a:endParaRPr lang="en-IN" sz="14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40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  <m: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IN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supHide m:val="on"/>
                                    <m:ctrlP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∇</m:t>
                                    </m:r>
                                    <m:sSub>
                                      <m:sSubPr>
                                        <m:ctrlP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Ψ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∇</m:t>
                                </m:r>
                                <m:sSub>
                                  <m:sSubPr>
                                    <m:ctrlP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Ψ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r>
                                  <a:rPr lang="en-IN" sz="14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IN" sz="14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IN" sz="1400" b="0" i="1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IN" sz="14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IN" sz="14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sup>
                                </m:sSubSup>
                              </m:oMath>
                            </m:oMathPara>
                          </a14:m>
                          <a:endParaRPr lang="en-IN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4501279"/>
                      </a:ext>
                    </a:extLst>
                  </a:tr>
                  <a:tr h="4715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400" kern="12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Times New Roman" panose="02020603050405020304" pitchFamily="18" charset="0"/>
                            </a:rPr>
                            <a:t>Differential Matrix </a:t>
                          </a:r>
                          <a:endParaRPr lang="en-IN" sz="14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40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  <m: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IN" sz="1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supHide m:val="on"/>
                                    <m:ctrlP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𝑈</m:t>
                                    </m:r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  <m:d>
                                      <m:dPr>
                                        <m:ctrlP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1400" i="1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Ψ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∇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400" i="1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Ψ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𝛺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  <m:r>
                                      <a:rPr lang="en-IN" sz="14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=</m:t>
                                    </m:r>
                                    <m:r>
                                      <a:rPr lang="en-IN" sz="14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  <m:r>
                                      <a:rPr lang="en-IN" sz="14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400" kern="100" dirty="0">
                                        <a:solidFill>
                                          <a:schemeClr val="tx1"/>
                                        </a:solidFill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sz="1400" kern="10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en-IN" sz="1400" kern="10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en-IN" sz="1400" i="1" kern="10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sz="1400" kern="10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  <m:r>
                                              <a:rPr lang="en-IN" sz="1400" kern="10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IN" sz="1400" kern="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a:rPr lang="en-IN" sz="1400" b="0" i="1" kern="10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1400" b="0" i="1" kern="10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IN" sz="1400" b="0" i="1" kern="100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sSubSup>
                                      <m:sSubSupPr>
                                        <m:ctrlPr>
                                          <a:rPr lang="en-IN" sz="1400" i="1" kern="1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sz="1400" kern="10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en-IN" sz="1400" kern="10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en-IN" sz="1400" i="1" kern="10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sz="1400" kern="10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  <m:r>
                                              <a:rPr lang="en-IN" sz="1400" kern="10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IN" sz="1400" kern="10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nary>
                              </m:oMath>
                            </m:oMathPara>
                          </a14:m>
                          <a:endParaRPr lang="en-IN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0515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0D7C5AB-6AED-0565-45F3-0296ADC68B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0901877"/>
                  </p:ext>
                </p:extLst>
              </p:nvPr>
            </p:nvGraphicFramePr>
            <p:xfrm>
              <a:off x="363223" y="4507495"/>
              <a:ext cx="5732777" cy="14974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5041">
                      <a:extLst>
                        <a:ext uri="{9D8B030D-6E8A-4147-A177-3AD203B41FA5}">
                          <a16:colId xmlns:a16="http://schemas.microsoft.com/office/drawing/2014/main" val="1294911390"/>
                        </a:ext>
                      </a:extLst>
                    </a:gridCol>
                    <a:gridCol w="4117736">
                      <a:extLst>
                        <a:ext uri="{9D8B030D-6E8A-4147-A177-3AD203B41FA5}">
                          <a16:colId xmlns:a16="http://schemas.microsoft.com/office/drawing/2014/main" val="1626095562"/>
                        </a:ext>
                      </a:extLst>
                    </a:gridCol>
                  </a:tblGrid>
                  <a:tr h="3870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400" kern="12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Times New Roman" panose="02020603050405020304" pitchFamily="18" charset="0"/>
                            </a:rPr>
                            <a:t>Mass </a:t>
                          </a:r>
                          <a:r>
                            <a:rPr lang="en-IN" sz="1400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Times New Roman" panose="02020603050405020304" pitchFamily="18" charset="0"/>
                            </a:rPr>
                            <a:t>Matrix</a:t>
                          </a:r>
                          <a:endParaRPr lang="en-IN" sz="14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349" t="-123438" r="-444" b="-5984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9611828"/>
                      </a:ext>
                    </a:extLst>
                  </a:tr>
                  <a:tr h="5551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400" kern="12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Times New Roman" panose="02020603050405020304" pitchFamily="18" charset="0"/>
                            </a:rPr>
                            <a:t>Laplacian Matrix</a:t>
                          </a:r>
                          <a:endParaRPr lang="en-IN" sz="14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349" t="-157143" r="-444" b="-320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4501279"/>
                      </a:ext>
                    </a:extLst>
                  </a:tr>
                  <a:tr h="5551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400" kern="12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Times New Roman" panose="02020603050405020304" pitchFamily="18" charset="0"/>
                            </a:rPr>
                            <a:t>Differential Matrix </a:t>
                          </a:r>
                          <a:endParaRPr lang="en-IN" sz="14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349" t="-254348" r="-444" b="-21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0515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ight Brace 8">
            <a:extLst>
              <a:ext uri="{FF2B5EF4-FFF2-40B4-BE49-F238E27FC236}">
                <a16:creationId xmlns:a16="http://schemas.microsoft.com/office/drawing/2014/main" id="{E4611954-4448-8C44-D9AD-EF22CBEF8A8B}"/>
              </a:ext>
            </a:extLst>
          </p:cNvPr>
          <p:cNvSpPr/>
          <p:nvPr/>
        </p:nvSpPr>
        <p:spPr>
          <a:xfrm>
            <a:off x="9662474" y="996315"/>
            <a:ext cx="339365" cy="333867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3EBCFEF3-EAE6-D297-AD79-5253B5882792}"/>
              </a:ext>
            </a:extLst>
          </p:cNvPr>
          <p:cNvSpPr/>
          <p:nvPr/>
        </p:nvSpPr>
        <p:spPr>
          <a:xfrm>
            <a:off x="10054618" y="2241446"/>
            <a:ext cx="1572414" cy="848413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System of Equations</a:t>
            </a:r>
          </a:p>
        </p:txBody>
      </p:sp>
    </p:spTree>
    <p:extLst>
      <p:ext uri="{BB962C8B-B14F-4D97-AF65-F5344CB8AC3E}">
        <p14:creationId xmlns:p14="http://schemas.microsoft.com/office/powerpoint/2010/main" val="2002830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7979C-E2E1-F1E2-BEB2-2A3317055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3755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Taylor-Hood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B8269-6EC3-63A1-8CDE-FAD72A1A9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208"/>
            <a:ext cx="10515600" cy="101600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+mj-lt"/>
              </a:rPr>
              <a:t>Ensure numerical stability and avoid spurious pressure modes</a:t>
            </a:r>
          </a:p>
          <a:p>
            <a:r>
              <a:rPr lang="en-US" sz="2200" dirty="0">
                <a:latin typeface="+mj-lt"/>
              </a:rPr>
              <a:t>Uses piecewise continuous quadratic velocities and piecewise continuous linear pressures</a:t>
            </a:r>
            <a:endParaRPr lang="en-IN" sz="22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C345C-F150-1C92-5E62-C94A7B37D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262C7-74A2-42D9-9336-848FB277F67C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5CC03-448F-E691-E905-06280A7A3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DAFDB-14E2-3F3C-4186-CA89FADCF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14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AA591E-576B-63DF-29C1-4035792341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394" y="2446520"/>
            <a:ext cx="2743200" cy="1964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021241-39D6-740A-2108-5D70ADA9CD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720" y="2355532"/>
            <a:ext cx="3501390" cy="230315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74876-C92D-F8C2-E962-FF7A0431ACB1}"/>
              </a:ext>
            </a:extLst>
          </p:cNvPr>
          <p:cNvSpPr txBox="1"/>
          <p:nvPr/>
        </p:nvSpPr>
        <p:spPr>
          <a:xfrm>
            <a:off x="2032594" y="4615825"/>
            <a:ext cx="2667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IN" sz="1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order interpolation for pressure within an element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B92258-2911-70F3-EE69-83B70C5DF779}"/>
              </a:ext>
            </a:extLst>
          </p:cNvPr>
          <p:cNvSpPr txBox="1"/>
          <p:nvPr/>
        </p:nvSpPr>
        <p:spPr>
          <a:xfrm>
            <a:off x="7492408" y="4658684"/>
            <a:ext cx="304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IN" sz="1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nd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order interpolation for velocity within an element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62018B-DAAD-4DD5-947E-0CC0B47C5F4D}"/>
              </a:ext>
            </a:extLst>
          </p:cNvPr>
          <p:cNvSpPr txBox="1"/>
          <p:nvPr/>
        </p:nvSpPr>
        <p:spPr>
          <a:xfrm>
            <a:off x="1915994" y="5291326"/>
            <a:ext cx="28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>
                <a:latin typeface="+mj-lt"/>
              </a:rPr>
              <a:t>Figure 5(a): Pressure Expansion function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069850-71E7-4EC8-BC5B-6FC45C6D5C30}"/>
              </a:ext>
            </a:extLst>
          </p:cNvPr>
          <p:cNvSpPr txBox="1"/>
          <p:nvPr/>
        </p:nvSpPr>
        <p:spPr>
          <a:xfrm>
            <a:off x="7407120" y="5230517"/>
            <a:ext cx="28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>
                <a:latin typeface="+mj-lt"/>
              </a:rPr>
              <a:t>Figure 5(b): Velocity Expansion function</a:t>
            </a:r>
          </a:p>
        </p:txBody>
      </p:sp>
    </p:spTree>
    <p:extLst>
      <p:ext uri="{BB962C8B-B14F-4D97-AF65-F5344CB8AC3E}">
        <p14:creationId xmlns:p14="http://schemas.microsoft.com/office/powerpoint/2010/main" val="1220670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FCAFE-71A4-1FC1-9145-478C818DE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1308080" cy="864235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Element-by-Element Conjugate Gradient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8AE21D-B0F2-6119-0119-B0EA99B92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29360"/>
                <a:ext cx="10759440" cy="494760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𝐼𝐽</m:t>
                          </m:r>
                        </m:sub>
                      </m:sSub>
                      <m:sSub>
                        <m:sSubPr>
                          <m:ctrlPr>
                            <a:rPr lang="en-IN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IN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IN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𝑒𝑙𝑒𝑚𝑒𝑛𝑡𝑠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  <m: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8AE21D-B0F2-6119-0119-B0EA99B92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29360"/>
                <a:ext cx="10759440" cy="494760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985F9-2C32-E18B-160F-FC07BE67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5A9A-8F17-467A-AD11-22E6492705C3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3EBF0-CA3D-C937-7EA0-5102322C7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08F47-1384-8170-4925-21C878362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15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106097C-B547-4E67-F7B2-B1911BBA8F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9412974"/>
                  </p:ext>
                </p:extLst>
              </p:nvPr>
            </p:nvGraphicFramePr>
            <p:xfrm>
              <a:off x="868681" y="2012507"/>
              <a:ext cx="4983479" cy="408470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26884">
                      <a:extLst>
                        <a:ext uri="{9D8B030D-6E8A-4147-A177-3AD203B41FA5}">
                          <a16:colId xmlns:a16="http://schemas.microsoft.com/office/drawing/2014/main" val="1047740327"/>
                        </a:ext>
                      </a:extLst>
                    </a:gridCol>
                    <a:gridCol w="2456595">
                      <a:extLst>
                        <a:ext uri="{9D8B030D-6E8A-4147-A177-3AD203B41FA5}">
                          <a16:colId xmlns:a16="http://schemas.microsoft.com/office/drawing/2014/main" val="1490206799"/>
                        </a:ext>
                      </a:extLst>
                    </a:gridCol>
                  </a:tblGrid>
                  <a:tr h="125315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9" marR="62449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𝐼𝐽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sub>
                                </m:sSub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→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IN" sz="140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sz="140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sz="140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sz="140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IN" sz="14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9" marR="62449" marT="0" marB="0" anchor="ctr"/>
                    </a:tc>
                    <a:extLst>
                      <a:ext uri="{0D108BD9-81ED-4DB2-BD59-A6C34878D82A}">
                        <a16:rowId xmlns:a16="http://schemas.microsoft.com/office/drawing/2014/main" val="259153088"/>
                      </a:ext>
                    </a:extLst>
                  </a:tr>
                  <a:tr h="121383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23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32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33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IN" sz="14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9" marR="62449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𝐼𝐽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sub>
                                </m:sSub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→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IN" sz="140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sz="140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sz="140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sz="140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9" marR="62449" marT="0" marB="0" anchor="ctr"/>
                    </a:tc>
                    <a:extLst>
                      <a:ext uri="{0D108BD9-81ED-4DB2-BD59-A6C34878D82A}">
                        <a16:rowId xmlns:a16="http://schemas.microsoft.com/office/drawing/2014/main" val="4237907972"/>
                      </a:ext>
                    </a:extLst>
                  </a:tr>
                  <a:tr h="125642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33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34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43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44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IN" sz="14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9" marR="62449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𝐼𝐽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sub>
                                </m:sSub>
                                <m:r>
                                  <a:rPr lang="en-IN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→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14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IN" sz="140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sz="140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sz="140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sz="140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IN" sz="1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IN" sz="1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9" marR="62449" marT="0" marB="0" anchor="ctr"/>
                    </a:tc>
                    <a:extLst>
                      <a:ext uri="{0D108BD9-81ED-4DB2-BD59-A6C34878D82A}">
                        <a16:rowId xmlns:a16="http://schemas.microsoft.com/office/drawing/2014/main" val="17138418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106097C-B547-4E67-F7B2-B1911BBA8F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9412974"/>
                  </p:ext>
                </p:extLst>
              </p:nvPr>
            </p:nvGraphicFramePr>
            <p:xfrm>
              <a:off x="868681" y="2012507"/>
              <a:ext cx="4983479" cy="418515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26884">
                      <a:extLst>
                        <a:ext uri="{9D8B030D-6E8A-4147-A177-3AD203B41FA5}">
                          <a16:colId xmlns:a16="http://schemas.microsoft.com/office/drawing/2014/main" val="1047740327"/>
                        </a:ext>
                      </a:extLst>
                    </a:gridCol>
                    <a:gridCol w="2456595">
                      <a:extLst>
                        <a:ext uri="{9D8B030D-6E8A-4147-A177-3AD203B41FA5}">
                          <a16:colId xmlns:a16="http://schemas.microsoft.com/office/drawing/2014/main" val="1490206799"/>
                        </a:ext>
                      </a:extLst>
                    </a:gridCol>
                  </a:tblGrid>
                  <a:tr h="14085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449" marR="62449" marT="0" marB="0" anchor="ctr">
                        <a:blipFill>
                          <a:blip r:embed="rId3"/>
                          <a:stretch>
                            <a:fillRect l="-241" t="-433" r="-97831" b="-198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449" marR="62449" marT="0" marB="0" anchor="ctr">
                        <a:blipFill>
                          <a:blip r:embed="rId3"/>
                          <a:stretch>
                            <a:fillRect l="-103226" t="-433" r="-744" b="-1982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153088"/>
                      </a:ext>
                    </a:extLst>
                  </a:tr>
                  <a:tr h="13643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449" marR="62449" marT="0" marB="0" anchor="ctr">
                        <a:blipFill>
                          <a:blip r:embed="rId3"/>
                          <a:stretch>
                            <a:fillRect l="-241" t="-103571" r="-97831" b="-1044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449" marR="62449" marT="0" marB="0" anchor="ctr">
                        <a:blipFill>
                          <a:blip r:embed="rId3"/>
                          <a:stretch>
                            <a:fillRect l="-103226" t="-103571" r="-744" b="-1044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7907972"/>
                      </a:ext>
                    </a:extLst>
                  </a:tr>
                  <a:tr h="1412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449" marR="62449" marT="0" marB="0" anchor="ctr">
                        <a:blipFill>
                          <a:blip r:embed="rId3"/>
                          <a:stretch>
                            <a:fillRect l="-241" t="-196552" r="-97831" b="-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449" marR="62449" marT="0" marB="0" anchor="ctr">
                        <a:blipFill>
                          <a:blip r:embed="rId3"/>
                          <a:stretch>
                            <a:fillRect l="-103226" t="-196552" r="-744" b="-8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38418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879586-83D2-D5E1-DD9B-421BA8D42839}"/>
                  </a:ext>
                </a:extLst>
              </p:cNvPr>
              <p:cNvSpPr txBox="1"/>
              <p:nvPr/>
            </p:nvSpPr>
            <p:spPr>
              <a:xfrm>
                <a:off x="6339842" y="2012507"/>
                <a:ext cx="5044439" cy="13365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kern="10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𝐼𝐽</m:t>
                        </m:r>
                      </m:sub>
                    </m:sSub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  <m:r>
                      <a:rPr lang="en-IN" sz="1800" kern="100">
                        <a:effectLst/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bSup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1800" kern="100">
                        <a:effectLst/>
                        <a:latin typeface="Cambria Math" panose="02040503050406030204" pitchFamily="18" charset="0"/>
                      </a:rPr>
                      <m:t>+ </m:t>
                    </m:r>
                    <m:sSubSup>
                      <m:sSubSup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bSup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1800" kern="100">
                        <a:effectLst/>
                        <a:latin typeface="Cambria Math" panose="02040503050406030204" pitchFamily="18" charset="0"/>
                      </a:rPr>
                      <m:t>+ </m:t>
                    </m:r>
                    <m:sSubSup>
                      <m:sSubSup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(3)</m:t>
                        </m:r>
                      </m:sup>
                    </m:sSubSup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800" kern="10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1800" kern="100" dirty="0">
                    <a:effectLst/>
                    <a:latin typeface="+mj-lt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Sup>
                                <m:sSubSupPr>
                                  <m:ctrlPr>
                                    <a:rPr lang="en-IN" sz="1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IN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Sup>
                                <m:sSubSupPr>
                                  <m:ctrlPr>
                                    <a:rPr lang="en-IN" sz="1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IN" sz="1800" kern="100">
                                  <a:effectLst/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en-IN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Sup>
                                <m:sSubSupPr>
                                  <m:ctrlPr>
                                    <a:rPr lang="en-IN" sz="1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IN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Sup>
                                <m:sSubSupPr>
                                  <m:ctrlPr>
                                    <a:rPr lang="en-IN" sz="1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IN" sz="1800" kern="100">
                                  <a:effectLst/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en-IN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Sup>
                                <m:sSubSupPr>
                                  <m:ctrlPr>
                                    <a:rPr lang="en-IN" sz="1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IN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Sup>
                                <m:sSubSupPr>
                                  <m:ctrlPr>
                                    <a:rPr lang="en-IN" sz="1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IN" sz="1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879586-83D2-D5E1-DD9B-421BA8D42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842" y="2012507"/>
                <a:ext cx="5044439" cy="13365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2AFB9B-4CEA-C81F-5988-7B8D981E571D}"/>
                  </a:ext>
                </a:extLst>
              </p:cNvPr>
              <p:cNvSpPr txBox="1"/>
              <p:nvPr/>
            </p:nvSpPr>
            <p:spPr>
              <a:xfrm>
                <a:off x="5669280" y="3451737"/>
                <a:ext cx="6096000" cy="11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𝐼𝐽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IN" b="0" i="0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b="0" i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b="0" i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IN" b="0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IN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IN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b="0" i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b="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b="0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>
                                        <a:latin typeface="Cambria Math" panose="02040503050406030204" pitchFamily="18" charset="0"/>
                                      </a:rPr>
                                      <m:t>𝐴𝑥</m:t>
                                    </m:r>
                                  </m:e>
                                  <m:sub>
                                    <m:r>
                                      <a:rPr lang="en-IN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>
                                        <a:latin typeface="Cambria Math" panose="02040503050406030204" pitchFamily="18" charset="0"/>
                                      </a:rPr>
                                      <m:t>𝐴𝑥</m:t>
                                    </m:r>
                                  </m:e>
                                  <m:sub>
                                    <m:r>
                                      <a:rPr lang="en-IN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>
                                        <a:latin typeface="Cambria Math" panose="02040503050406030204" pitchFamily="18" charset="0"/>
                                      </a:rPr>
                                      <m:t>𝐴𝑥</m:t>
                                    </m:r>
                                  </m:e>
                                  <m:sub>
                                    <m:r>
                                      <a:rPr lang="en-IN" b="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b="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>
                                        <a:latin typeface="Cambria Math" panose="02040503050406030204" pitchFamily="18" charset="0"/>
                                      </a:rPr>
                                      <m:t>𝐴𝑥</m:t>
                                    </m:r>
                                  </m:e>
                                  <m:sub>
                                    <m:r>
                                      <a:rPr lang="en-IN" b="0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b="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2AFB9B-4CEA-C81F-5988-7B8D981E5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0" y="3451737"/>
                <a:ext cx="6096000" cy="1162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C587C3C8-79A5-4A63-F725-CB9267CF4C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976665"/>
            <a:ext cx="3849856" cy="5711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F45373-50CC-462B-BE55-9681F4A222F3}"/>
                  </a:ext>
                </a:extLst>
              </p:cNvPr>
              <p:cNvSpPr txBox="1"/>
              <p:nvPr/>
            </p:nvSpPr>
            <p:spPr>
              <a:xfrm>
                <a:off x="10187304" y="4871401"/>
                <a:ext cx="1410336" cy="824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F45373-50CC-462B-BE55-9681F4A22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304" y="4871401"/>
                <a:ext cx="1410336" cy="8249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968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CC051-7188-176D-7BC6-4C77984A8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8640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Results – Lid driven Cavity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0EC6A0BA-D6F9-369F-7E2D-EB5BD2D33A6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87547396"/>
                  </p:ext>
                </p:extLst>
              </p:nvPr>
            </p:nvGraphicFramePr>
            <p:xfrm>
              <a:off x="838198" y="1825624"/>
              <a:ext cx="6759804" cy="2179811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689951">
                      <a:extLst>
                        <a:ext uri="{9D8B030D-6E8A-4147-A177-3AD203B41FA5}">
                          <a16:colId xmlns:a16="http://schemas.microsoft.com/office/drawing/2014/main" val="1014069279"/>
                        </a:ext>
                      </a:extLst>
                    </a:gridCol>
                    <a:gridCol w="1689951">
                      <a:extLst>
                        <a:ext uri="{9D8B030D-6E8A-4147-A177-3AD203B41FA5}">
                          <a16:colId xmlns:a16="http://schemas.microsoft.com/office/drawing/2014/main" val="1476947547"/>
                        </a:ext>
                      </a:extLst>
                    </a:gridCol>
                    <a:gridCol w="1689951">
                      <a:extLst>
                        <a:ext uri="{9D8B030D-6E8A-4147-A177-3AD203B41FA5}">
                          <a16:colId xmlns:a16="http://schemas.microsoft.com/office/drawing/2014/main" val="1020542475"/>
                        </a:ext>
                      </a:extLst>
                    </a:gridCol>
                    <a:gridCol w="1689951">
                      <a:extLst>
                        <a:ext uri="{9D8B030D-6E8A-4147-A177-3AD203B41FA5}">
                          <a16:colId xmlns:a16="http://schemas.microsoft.com/office/drawing/2014/main" val="3975593434"/>
                        </a:ext>
                      </a:extLst>
                    </a:gridCol>
                  </a:tblGrid>
                  <a:tr h="515339">
                    <a:tc>
                      <a:txBody>
                        <a:bodyPr/>
                        <a:lstStyle/>
                        <a:p>
                          <a:r>
                            <a:rPr lang="en-IN" sz="1800" b="1" dirty="0">
                              <a:latin typeface="+mj-lt"/>
                            </a:rPr>
                            <a:t>Elements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IN" sz="1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IN" sz="1800" i="1" dirty="0" smtClean="0">
                                    <a:latin typeface="Cambria Math" panose="02040503050406030204" pitchFamily="18" charset="0"/>
                                  </a:rPr>
                                  <m:t>20 = 400</m:t>
                                </m:r>
                              </m:oMath>
                            </m:oMathPara>
                          </a14:m>
                          <a:endParaRPr lang="en-IN" sz="18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IN" sz="1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IN" sz="1800" i="1" dirty="0" smtClean="0">
                                    <a:latin typeface="Cambria Math" panose="02040503050406030204" pitchFamily="18" charset="0"/>
                                  </a:rPr>
                                  <m:t>20 = 400</m:t>
                                </m:r>
                              </m:oMath>
                            </m:oMathPara>
                          </a14:m>
                          <a:endParaRPr lang="en-IN" sz="18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IN" sz="1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IN" sz="1800" i="1" dirty="0" smtClean="0">
                                    <a:latin typeface="Cambria Math" panose="02040503050406030204" pitchFamily="18" charset="0"/>
                                  </a:rPr>
                                  <m:t>20 = 400</m:t>
                                </m:r>
                              </m:oMath>
                            </m:oMathPara>
                          </a14:m>
                          <a:endParaRPr lang="en-IN" sz="180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87136243"/>
                      </a:ext>
                    </a:extLst>
                  </a:tr>
                  <a:tr h="515339">
                    <a:tc>
                      <a:txBody>
                        <a:bodyPr/>
                        <a:lstStyle/>
                        <a:p>
                          <a:r>
                            <a:rPr lang="en-IN" sz="1800" b="1" dirty="0">
                              <a:latin typeface="+mj-lt"/>
                            </a:rPr>
                            <a:t>Order (N1,N2)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dirty="0">
                              <a:latin typeface="+mj-lt"/>
                            </a:rPr>
                            <a:t>V=2, P=1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>
                              <a:latin typeface="+mj-lt"/>
                            </a:rPr>
                            <a:t>V=3, P=2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>
                              <a:latin typeface="+mj-lt"/>
                            </a:rPr>
                            <a:t>V=6, P=4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6345356"/>
                      </a:ext>
                    </a:extLst>
                  </a:tr>
                  <a:tr h="515339">
                    <a:tc>
                      <a:txBody>
                        <a:bodyPr/>
                        <a:lstStyle/>
                        <a:p>
                          <a:r>
                            <a:rPr lang="en-IN" sz="1800" b="1" dirty="0">
                              <a:latin typeface="+mj-lt"/>
                            </a:rPr>
                            <a:t>Total Nodes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dirty="0">
                              <a:latin typeface="+mj-lt"/>
                            </a:rPr>
                            <a:t>(1681,441)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>
                              <a:latin typeface="+mj-lt"/>
                            </a:rPr>
                            <a:t>(3721,1681)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>
                              <a:latin typeface="+mj-lt"/>
                            </a:rPr>
                            <a:t>(14641,6561)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2488678"/>
                      </a:ext>
                    </a:extLst>
                  </a:tr>
                  <a:tr h="515339">
                    <a:tc>
                      <a:txBody>
                        <a:bodyPr/>
                        <a:lstStyle/>
                        <a:p>
                          <a:r>
                            <a:rPr lang="en-IN" sz="1800" b="1" dirty="0">
                              <a:latin typeface="+mj-lt"/>
                            </a:rPr>
                            <a:t>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dirty="0">
                              <a:latin typeface="+mj-lt"/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dirty="0">
                              <a:latin typeface="+mj-lt"/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dirty="0">
                              <a:latin typeface="+mj-lt"/>
                            </a:rPr>
                            <a:t>100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0319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0EC6A0BA-D6F9-369F-7E2D-EB5BD2D33A6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87547396"/>
                  </p:ext>
                </p:extLst>
              </p:nvPr>
            </p:nvGraphicFramePr>
            <p:xfrm>
              <a:off x="838198" y="1825624"/>
              <a:ext cx="6759804" cy="2179811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689951">
                      <a:extLst>
                        <a:ext uri="{9D8B030D-6E8A-4147-A177-3AD203B41FA5}">
                          <a16:colId xmlns:a16="http://schemas.microsoft.com/office/drawing/2014/main" val="1014069279"/>
                        </a:ext>
                      </a:extLst>
                    </a:gridCol>
                    <a:gridCol w="1689951">
                      <a:extLst>
                        <a:ext uri="{9D8B030D-6E8A-4147-A177-3AD203B41FA5}">
                          <a16:colId xmlns:a16="http://schemas.microsoft.com/office/drawing/2014/main" val="1476947547"/>
                        </a:ext>
                      </a:extLst>
                    </a:gridCol>
                    <a:gridCol w="1689951">
                      <a:extLst>
                        <a:ext uri="{9D8B030D-6E8A-4147-A177-3AD203B41FA5}">
                          <a16:colId xmlns:a16="http://schemas.microsoft.com/office/drawing/2014/main" val="1020542475"/>
                        </a:ext>
                      </a:extLst>
                    </a:gridCol>
                    <a:gridCol w="1689951">
                      <a:extLst>
                        <a:ext uri="{9D8B030D-6E8A-4147-A177-3AD203B41FA5}">
                          <a16:colId xmlns:a16="http://schemas.microsoft.com/office/drawing/2014/main" val="3975593434"/>
                        </a:ext>
                      </a:extLst>
                    </a:gridCol>
                  </a:tblGrid>
                  <a:tr h="633794">
                    <a:tc>
                      <a:txBody>
                        <a:bodyPr/>
                        <a:lstStyle/>
                        <a:p>
                          <a:r>
                            <a:rPr lang="en-IN" sz="1800" b="1" dirty="0">
                              <a:latin typeface="+mj-lt"/>
                            </a:rPr>
                            <a:t>Elements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722" t="-962" r="-201444" b="-248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962" r="-100719" b="-248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083" t="-962" r="-1083" b="-248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136243"/>
                      </a:ext>
                    </a:extLst>
                  </a:tr>
                  <a:tr h="515339">
                    <a:tc>
                      <a:txBody>
                        <a:bodyPr/>
                        <a:lstStyle/>
                        <a:p>
                          <a:r>
                            <a:rPr lang="en-IN" sz="1800" b="1" dirty="0">
                              <a:latin typeface="+mj-lt"/>
                            </a:rPr>
                            <a:t>Order (N1,N2)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dirty="0">
                              <a:latin typeface="+mj-lt"/>
                            </a:rPr>
                            <a:t>V=2, P=1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>
                              <a:latin typeface="+mj-lt"/>
                            </a:rPr>
                            <a:t>V=3, P=2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>
                              <a:latin typeface="+mj-lt"/>
                            </a:rPr>
                            <a:t>V=6, P=4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6345356"/>
                      </a:ext>
                    </a:extLst>
                  </a:tr>
                  <a:tr h="515339">
                    <a:tc>
                      <a:txBody>
                        <a:bodyPr/>
                        <a:lstStyle/>
                        <a:p>
                          <a:r>
                            <a:rPr lang="en-IN" sz="1800" b="1" dirty="0">
                              <a:latin typeface="+mj-lt"/>
                            </a:rPr>
                            <a:t>Total Nodes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dirty="0">
                              <a:latin typeface="+mj-lt"/>
                            </a:rPr>
                            <a:t>(1681,441)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>
                              <a:latin typeface="+mj-lt"/>
                            </a:rPr>
                            <a:t>(3721,1681)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>
                              <a:latin typeface="+mj-lt"/>
                            </a:rPr>
                            <a:t>(14641,6561)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2488678"/>
                      </a:ext>
                    </a:extLst>
                  </a:tr>
                  <a:tr h="515339">
                    <a:tc>
                      <a:txBody>
                        <a:bodyPr/>
                        <a:lstStyle/>
                        <a:p>
                          <a:r>
                            <a:rPr lang="en-IN" sz="1800" b="1" dirty="0">
                              <a:latin typeface="+mj-lt"/>
                            </a:rPr>
                            <a:t>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dirty="0">
                              <a:latin typeface="+mj-lt"/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dirty="0">
                              <a:latin typeface="+mj-lt"/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800" dirty="0">
                              <a:latin typeface="+mj-lt"/>
                            </a:rPr>
                            <a:t>100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0319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8DDD6-5069-0EA3-4981-9EF81689A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BD0D-91E6-4A90-95FB-401B623FB4BD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60C7E-ACE0-5D96-C32B-D7E301289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B6B18-77BC-A1C6-CF64-A403B72B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16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B7462C-40B7-117C-1F85-EC4A0FA1C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495" y="459786"/>
            <a:ext cx="2469776" cy="281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1F798A-CFA0-52BB-D5C2-C75CB3991D6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5" t="5969" r="13427" b="5128"/>
          <a:stretch/>
        </p:blipFill>
        <p:spPr bwMode="auto">
          <a:xfrm>
            <a:off x="8610600" y="3337844"/>
            <a:ext cx="2460458" cy="23141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5CDDB5-2A12-9C9E-1FF6-68298CE1C10E}"/>
              </a:ext>
            </a:extLst>
          </p:cNvPr>
          <p:cNvSpPr txBox="1"/>
          <p:nvPr/>
        </p:nvSpPr>
        <p:spPr>
          <a:xfrm>
            <a:off x="1084083" y="4449452"/>
            <a:ext cx="60991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At Re=100, the solution was computed at different interpolating orders of velocity and pressure.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As order of interpolating polynomial increases, the solution becomes more accurate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(4,3) interpolating order is chosen for further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53BF13-B90F-56FE-B9A4-3BBFBD909B19}"/>
                  </a:ext>
                </a:extLst>
              </p:cNvPr>
              <p:cNvSpPr txBox="1"/>
              <p:nvPr/>
            </p:nvSpPr>
            <p:spPr>
              <a:xfrm>
                <a:off x="8358337" y="5652024"/>
                <a:ext cx="3247725" cy="589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b="1" i="1" dirty="0">
                    <a:solidFill>
                      <a:srgbClr val="FF0000"/>
                    </a:solidFill>
                    <a:latin typeface="+mj-lt"/>
                  </a:rPr>
                  <a:t>Red</a:t>
                </a:r>
                <a:r>
                  <a:rPr lang="en-IN" sz="1600" i="1" dirty="0">
                    <a:latin typeface="+mj-lt"/>
                  </a:rPr>
                  <a:t> &amp; </a:t>
                </a:r>
                <a:r>
                  <a:rPr lang="en-IN" sz="1600" b="1" i="1" dirty="0">
                    <a:latin typeface="+mj-lt"/>
                  </a:rPr>
                  <a:t>Black</a:t>
                </a:r>
                <a:r>
                  <a:rPr lang="en-IN" sz="1600" i="1" dirty="0">
                    <a:latin typeface="+mj-lt"/>
                  </a:rPr>
                  <a:t> : Velocity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𝑛𝑑</m:t>
                        </m:r>
                      </m:sup>
                    </m:sSup>
                  </m:oMath>
                </a14:m>
                <a:r>
                  <a:rPr lang="en-IN" sz="1600" i="1" dirty="0">
                    <a:latin typeface="+mj-lt"/>
                  </a:rPr>
                  <a:t> order)</a:t>
                </a:r>
              </a:p>
              <a:p>
                <a:r>
                  <a:rPr lang="en-IN" sz="1600" b="1" i="1" dirty="0">
                    <a:latin typeface="+mj-lt"/>
                  </a:rPr>
                  <a:t>           Black</a:t>
                </a:r>
                <a:r>
                  <a:rPr lang="en-IN" sz="1600" i="1" dirty="0">
                    <a:latin typeface="+mj-lt"/>
                  </a:rPr>
                  <a:t> : Pressure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r>
                  <a:rPr lang="en-IN" sz="1600" i="1" dirty="0">
                    <a:latin typeface="+mj-lt"/>
                  </a:rPr>
                  <a:t> order)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53BF13-B90F-56FE-B9A4-3BBFBD909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337" y="5652024"/>
                <a:ext cx="3247725" cy="589200"/>
              </a:xfrm>
              <a:prstGeom prst="rect">
                <a:avLst/>
              </a:prstGeom>
              <a:blipFill>
                <a:blip r:embed="rId5"/>
                <a:stretch>
                  <a:fillRect l="-938" t="-2062" b="-123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62BAA2E-954B-FEE2-EADD-6B98A1E69742}"/>
              </a:ext>
            </a:extLst>
          </p:cNvPr>
          <p:cNvSpPr txBox="1"/>
          <p:nvPr/>
        </p:nvSpPr>
        <p:spPr>
          <a:xfrm>
            <a:off x="8739112" y="3134873"/>
            <a:ext cx="22665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>
                <a:latin typeface="+mj-lt"/>
              </a:rPr>
              <a:t>Figure 6(a): Geometry and BCs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4FFD83-BB65-EC72-8366-D393874651EA}"/>
              </a:ext>
            </a:extLst>
          </p:cNvPr>
          <p:cNvSpPr txBox="1"/>
          <p:nvPr/>
        </p:nvSpPr>
        <p:spPr>
          <a:xfrm>
            <a:off x="9092544" y="6170621"/>
            <a:ext cx="17793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i="1" dirty="0">
                <a:latin typeface="+mj-lt"/>
              </a:rPr>
              <a:t>Figure 6(b): Meshing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B798BB63-2A20-9EB6-F0DE-CC6945FD1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620" y="1529448"/>
            <a:ext cx="235606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Numerical Simulation Parameters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535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D15CE-9245-141A-15C1-DDB5203E5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CA484-1852-4C4D-BD24-551FA1223014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2745-EE77-3B80-84AE-BA5098DF2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880CD-B91C-2F70-014F-E871C75A7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17</a:t>
            </a:fld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E6A2B9-289D-98D7-B9B3-A00B84B00753}"/>
              </a:ext>
            </a:extLst>
          </p:cNvPr>
          <p:cNvSpPr txBox="1"/>
          <p:nvPr/>
        </p:nvSpPr>
        <p:spPr>
          <a:xfrm>
            <a:off x="1242099" y="5372392"/>
            <a:ext cx="4853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 7(a): u velocity variation with y at mid-vertical line (x=0.5) at Re=100 </a:t>
            </a:r>
            <a:endParaRPr lang="en-IN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76F3D4-E067-CD55-E653-29A09D148F44}"/>
              </a:ext>
            </a:extLst>
          </p:cNvPr>
          <p:cNvSpPr txBox="1"/>
          <p:nvPr/>
        </p:nvSpPr>
        <p:spPr>
          <a:xfrm>
            <a:off x="6744996" y="5362079"/>
            <a:ext cx="4853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Times New Roman" panose="02020603050405020304" pitchFamily="18" charset="0"/>
                <a:ea typeface="Calibri" panose="020F0502020204030204" pitchFamily="34" charset="0"/>
              </a:rPr>
              <a:t>Figure 7(b): v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velocity variation with x at mid-horizontal line (y=0.5) at Re=100</a:t>
            </a:r>
            <a:endParaRPr lang="en-IN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A49D36-4188-C50F-765C-4AF6CC80F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993" y="868773"/>
            <a:ext cx="4114800" cy="411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DA2FD7-6E46-E5D5-16F5-E43DDB7A3D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514" y="2714996"/>
            <a:ext cx="1661796" cy="166179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C0DA39-1535-E0BA-6EAC-4C73D6A4E92C}"/>
              </a:ext>
            </a:extLst>
          </p:cNvPr>
          <p:cNvCxnSpPr>
            <a:cxnSpLocks/>
          </p:cNvCxnSpPr>
          <p:nvPr/>
        </p:nvCxnSpPr>
        <p:spPr>
          <a:xfrm flipH="1" flipV="1">
            <a:off x="2507031" y="2872640"/>
            <a:ext cx="856655" cy="142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4FB2A229-EFD3-36DD-7C01-4FABA727F0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973" y="839277"/>
            <a:ext cx="4142779" cy="414277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64CE8F1-940E-536B-1C4B-9BFBD7D80F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23" y="2978897"/>
            <a:ext cx="1418953" cy="1418953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25BAEF7-A29F-7FF4-80CC-E11008C2D1C8}"/>
              </a:ext>
            </a:extLst>
          </p:cNvPr>
          <p:cNvCxnSpPr>
            <a:cxnSpLocks/>
          </p:cNvCxnSpPr>
          <p:nvPr/>
        </p:nvCxnSpPr>
        <p:spPr>
          <a:xfrm flipV="1">
            <a:off x="8011886" y="2177143"/>
            <a:ext cx="141514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303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900E8-BEFC-CB6F-090F-EA57A4F61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20B67-314A-447A-948E-C568B199267A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DE4FB-C654-469B-7A48-8D7DF7123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ACD0D-CD3B-BC6B-4B78-77609A875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18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C946640F-F88D-9C68-A96D-E8C8CFAB100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23365597"/>
                  </p:ext>
                </p:extLst>
              </p:nvPr>
            </p:nvGraphicFramePr>
            <p:xfrm>
              <a:off x="3211004" y="4151096"/>
              <a:ext cx="5769992" cy="1926973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442498">
                      <a:extLst>
                        <a:ext uri="{9D8B030D-6E8A-4147-A177-3AD203B41FA5}">
                          <a16:colId xmlns:a16="http://schemas.microsoft.com/office/drawing/2014/main" val="1014069279"/>
                        </a:ext>
                      </a:extLst>
                    </a:gridCol>
                    <a:gridCol w="1442498">
                      <a:extLst>
                        <a:ext uri="{9D8B030D-6E8A-4147-A177-3AD203B41FA5}">
                          <a16:colId xmlns:a16="http://schemas.microsoft.com/office/drawing/2014/main" val="1476947547"/>
                        </a:ext>
                      </a:extLst>
                    </a:gridCol>
                    <a:gridCol w="1442498">
                      <a:extLst>
                        <a:ext uri="{9D8B030D-6E8A-4147-A177-3AD203B41FA5}">
                          <a16:colId xmlns:a16="http://schemas.microsoft.com/office/drawing/2014/main" val="1020542475"/>
                        </a:ext>
                      </a:extLst>
                    </a:gridCol>
                    <a:gridCol w="1442498">
                      <a:extLst>
                        <a:ext uri="{9D8B030D-6E8A-4147-A177-3AD203B41FA5}">
                          <a16:colId xmlns:a16="http://schemas.microsoft.com/office/drawing/2014/main" val="3975593434"/>
                        </a:ext>
                      </a:extLst>
                    </a:gridCol>
                  </a:tblGrid>
                  <a:tr h="556143">
                    <a:tc>
                      <a:txBody>
                        <a:bodyPr/>
                        <a:lstStyle/>
                        <a:p>
                          <a:r>
                            <a:rPr lang="en-IN" b="1" dirty="0">
                              <a:latin typeface="+mj-lt"/>
                            </a:rPr>
                            <a:t>Elements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IN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IN" i="1" dirty="0" smtClean="0">
                                    <a:latin typeface="Cambria Math" panose="02040503050406030204" pitchFamily="18" charset="0"/>
                                  </a:rPr>
                                  <m:t>20 = 400</m:t>
                                </m:r>
                              </m:oMath>
                            </m:oMathPara>
                          </a14:m>
                          <a:endParaRPr lang="en-IN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IN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IN" i="1" dirty="0" smtClean="0">
                                    <a:latin typeface="Cambria Math" panose="02040503050406030204" pitchFamily="18" charset="0"/>
                                  </a:rPr>
                                  <m:t>20 = 400</m:t>
                                </m:r>
                              </m:oMath>
                            </m:oMathPara>
                          </a14:m>
                          <a:endParaRPr lang="en-IN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IN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IN" i="1" dirty="0" smtClean="0">
                                    <a:latin typeface="Cambria Math" panose="02040503050406030204" pitchFamily="18" charset="0"/>
                                  </a:rPr>
                                  <m:t>20 = 400</m:t>
                                </m:r>
                              </m:oMath>
                            </m:oMathPara>
                          </a14:m>
                          <a:endParaRPr lang="en-IN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87136243"/>
                      </a:ext>
                    </a:extLst>
                  </a:tr>
                  <a:tr h="320948">
                    <a:tc>
                      <a:txBody>
                        <a:bodyPr/>
                        <a:lstStyle/>
                        <a:p>
                          <a:r>
                            <a:rPr lang="en-IN" b="1" dirty="0">
                              <a:latin typeface="+mj-lt"/>
                            </a:rPr>
                            <a:t>Order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+mj-lt"/>
                            </a:rPr>
                            <a:t>V=4, P=3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+mj-lt"/>
                            </a:rPr>
                            <a:t>V=4, P=3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+mj-lt"/>
                            </a:rPr>
                            <a:t>V=4, P=3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6345356"/>
                      </a:ext>
                    </a:extLst>
                  </a:tr>
                  <a:tr h="561659">
                    <a:tc>
                      <a:txBody>
                        <a:bodyPr/>
                        <a:lstStyle/>
                        <a:p>
                          <a:r>
                            <a:rPr lang="en-IN" b="1" dirty="0">
                              <a:latin typeface="+mj-lt"/>
                            </a:rPr>
                            <a:t>Total Nodes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+mj-lt"/>
                            </a:rPr>
                            <a:t>(6561,3721)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>
                              <a:latin typeface="+mj-lt"/>
                            </a:rPr>
                            <a:t>(6561,3721)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>
                              <a:latin typeface="+mj-lt"/>
                            </a:rPr>
                            <a:t>(6561,3721)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2488678"/>
                      </a:ext>
                    </a:extLst>
                  </a:tr>
                  <a:tr h="320948">
                    <a:tc>
                      <a:txBody>
                        <a:bodyPr/>
                        <a:lstStyle/>
                        <a:p>
                          <a:r>
                            <a:rPr lang="en-IN" b="1" dirty="0">
                              <a:latin typeface="+mj-lt"/>
                            </a:rPr>
                            <a:t>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+mj-lt"/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+mj-lt"/>
                            </a:rPr>
                            <a:t>400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+mj-lt"/>
                            </a:rPr>
                            <a:t>1000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0319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C946640F-F88D-9C68-A96D-E8C8CFAB100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23365597"/>
                  </p:ext>
                </p:extLst>
              </p:nvPr>
            </p:nvGraphicFramePr>
            <p:xfrm>
              <a:off x="3211004" y="4151096"/>
              <a:ext cx="5769992" cy="1926973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442498">
                      <a:extLst>
                        <a:ext uri="{9D8B030D-6E8A-4147-A177-3AD203B41FA5}">
                          <a16:colId xmlns:a16="http://schemas.microsoft.com/office/drawing/2014/main" val="1014069279"/>
                        </a:ext>
                      </a:extLst>
                    </a:gridCol>
                    <a:gridCol w="1442498">
                      <a:extLst>
                        <a:ext uri="{9D8B030D-6E8A-4147-A177-3AD203B41FA5}">
                          <a16:colId xmlns:a16="http://schemas.microsoft.com/office/drawing/2014/main" val="1476947547"/>
                        </a:ext>
                      </a:extLst>
                    </a:gridCol>
                    <a:gridCol w="1442498">
                      <a:extLst>
                        <a:ext uri="{9D8B030D-6E8A-4147-A177-3AD203B41FA5}">
                          <a16:colId xmlns:a16="http://schemas.microsoft.com/office/drawing/2014/main" val="1020542475"/>
                        </a:ext>
                      </a:extLst>
                    </a:gridCol>
                    <a:gridCol w="1442498">
                      <a:extLst>
                        <a:ext uri="{9D8B030D-6E8A-4147-A177-3AD203B41FA5}">
                          <a16:colId xmlns:a16="http://schemas.microsoft.com/office/drawing/2014/main" val="3975593434"/>
                        </a:ext>
                      </a:extLst>
                    </a:gridCol>
                  </a:tblGrid>
                  <a:tr h="633794">
                    <a:tc>
                      <a:txBody>
                        <a:bodyPr/>
                        <a:lstStyle/>
                        <a:p>
                          <a:r>
                            <a:rPr lang="en-IN" b="1" dirty="0">
                              <a:latin typeface="+mj-lt"/>
                            </a:rPr>
                            <a:t>Elements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422" t="-952" r="-201266" b="-2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422" t="-952" r="-101266" b="-2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422" t="-952" r="-1266" b="-21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13624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IN" b="1" dirty="0">
                              <a:latin typeface="+mj-lt"/>
                            </a:rPr>
                            <a:t>Order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+mj-lt"/>
                            </a:rPr>
                            <a:t>V=4, P=3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+mj-lt"/>
                            </a:rPr>
                            <a:t>V=4, P=3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+mj-lt"/>
                            </a:rPr>
                            <a:t>V=4, P=3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6345356"/>
                      </a:ext>
                    </a:extLst>
                  </a:tr>
                  <a:tr h="561659">
                    <a:tc>
                      <a:txBody>
                        <a:bodyPr/>
                        <a:lstStyle/>
                        <a:p>
                          <a:r>
                            <a:rPr lang="en-IN" b="1" dirty="0">
                              <a:latin typeface="+mj-lt"/>
                            </a:rPr>
                            <a:t>Total Nodes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+mj-lt"/>
                            </a:rPr>
                            <a:t>(6561,3721)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>
                              <a:latin typeface="+mj-lt"/>
                            </a:rPr>
                            <a:t>(6561,3721)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>
                              <a:latin typeface="+mj-lt"/>
                            </a:rPr>
                            <a:t>(6561,3721)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248867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IN" b="1" dirty="0">
                              <a:latin typeface="+mj-lt"/>
                            </a:rPr>
                            <a:t>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+mj-lt"/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+mj-lt"/>
                            </a:rPr>
                            <a:t>400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latin typeface="+mj-lt"/>
                            </a:rPr>
                            <a:t>1000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0319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4349108-9421-328D-CFE3-FC49B333AA5C}"/>
              </a:ext>
            </a:extLst>
          </p:cNvPr>
          <p:cNvSpPr txBox="1"/>
          <p:nvPr/>
        </p:nvSpPr>
        <p:spPr>
          <a:xfrm>
            <a:off x="806824" y="3272700"/>
            <a:ext cx="35144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i="1" dirty="0">
                <a:latin typeface="Times New Roman" panose="02020603050405020304" pitchFamily="18" charset="0"/>
                <a:ea typeface="Calibri" panose="020F0502020204030204" pitchFamily="34" charset="0"/>
              </a:rPr>
              <a:t>Figure 8(a): Variation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of u velocity with y at mid-vertical line (x=0.5)</a:t>
            </a:r>
            <a:endParaRPr lang="en-IN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135592-7340-CAAD-122C-3C02E1D6ABB4}"/>
              </a:ext>
            </a:extLst>
          </p:cNvPr>
          <p:cNvSpPr txBox="1"/>
          <p:nvPr/>
        </p:nvSpPr>
        <p:spPr>
          <a:xfrm>
            <a:off x="7413650" y="3249592"/>
            <a:ext cx="37219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i="1" dirty="0">
                <a:latin typeface="Times New Roman" panose="02020603050405020304" pitchFamily="18" charset="0"/>
                <a:ea typeface="Calibri" panose="020F0502020204030204" pitchFamily="34" charset="0"/>
              </a:rPr>
              <a:t>Figure 8(b): Variation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of v velocity with x at mid-horizontal line (y=0.5)</a:t>
            </a:r>
            <a:endParaRPr lang="en-IN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7950E6-710E-8F44-3257-93E637BC1D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67" y="378833"/>
            <a:ext cx="2735580" cy="27355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E2DCCA-200B-65CD-ACE0-FB73E01E47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288" y="390263"/>
            <a:ext cx="2712720" cy="271272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B70B355-D4E7-E4A4-62C0-968DBD0FB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7966" y="3874097"/>
            <a:ext cx="235606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Numerical Simulation Parameters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477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BEE7-1C14-B0C5-99C9-66FFD509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960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Code Restructuring &amp; Solver Update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44D77-A58A-1069-3925-2DD65E73D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8047-E7C3-4A80-83CC-4885763C0B3E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F7389-57F5-A836-29B3-FD4D819B4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333A8-B2F1-1748-E6CE-34BE919C7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19</a:t>
            </a:fld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Diagram 6">
                <a:extLst>
                  <a:ext uri="{FF2B5EF4-FFF2-40B4-BE49-F238E27FC236}">
                    <a16:creationId xmlns:a16="http://schemas.microsoft.com/office/drawing/2014/main" id="{53B9C322-4B85-E969-B2CA-CB03D55E5EF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09606526"/>
                  </p:ext>
                </p:extLst>
              </p:nvPr>
            </p:nvGraphicFramePr>
            <p:xfrm>
              <a:off x="2654431" y="1334733"/>
              <a:ext cx="6883138" cy="486108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7" name="Diagram 6">
                <a:extLst>
                  <a:ext uri="{FF2B5EF4-FFF2-40B4-BE49-F238E27FC236}">
                    <a16:creationId xmlns:a16="http://schemas.microsoft.com/office/drawing/2014/main" id="{53B9C322-4B85-E969-B2CA-CB03D55E5EF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09606526"/>
                  </p:ext>
                </p:extLst>
              </p:nvPr>
            </p:nvGraphicFramePr>
            <p:xfrm>
              <a:off x="2654431" y="1334733"/>
              <a:ext cx="6883138" cy="486108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ADEEBAB-E07B-4DDF-A260-071F119665AA}"/>
              </a:ext>
            </a:extLst>
          </p:cNvPr>
          <p:cNvSpPr txBox="1"/>
          <p:nvPr/>
        </p:nvSpPr>
        <p:spPr>
          <a:xfrm>
            <a:off x="2475321" y="3864989"/>
            <a:ext cx="3582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+mj-lt"/>
                <a:sym typeface="Wingdings" panose="05000000000000000000" pitchFamily="2" charset="2"/>
              </a:rPr>
              <a:t></a:t>
            </a:r>
            <a:endParaRPr lang="en-IN" sz="3000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0DF7E4-3E95-7224-C94D-4B261A35A848}"/>
              </a:ext>
            </a:extLst>
          </p:cNvPr>
          <p:cNvSpPr txBox="1"/>
          <p:nvPr/>
        </p:nvSpPr>
        <p:spPr>
          <a:xfrm>
            <a:off x="9623981" y="3310991"/>
            <a:ext cx="3582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+mj-lt"/>
                <a:sym typeface="Wingdings" panose="05000000000000000000" pitchFamily="2" charset="2"/>
              </a:rPr>
              <a:t></a:t>
            </a:r>
            <a:endParaRPr lang="en-IN" sz="30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2C3F83-AE34-418F-FAB4-8096BB89F2AF}"/>
              </a:ext>
            </a:extLst>
          </p:cNvPr>
          <p:cNvSpPr txBox="1"/>
          <p:nvPr/>
        </p:nvSpPr>
        <p:spPr>
          <a:xfrm>
            <a:off x="9623979" y="4994203"/>
            <a:ext cx="3582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+mj-lt"/>
                <a:sym typeface="Wingdings" panose="05000000000000000000" pitchFamily="2" charset="2"/>
              </a:rPr>
              <a:t></a:t>
            </a:r>
            <a:endParaRPr lang="en-IN" sz="3000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4F47F5-78D2-F036-5263-5A1F20C5C055}"/>
              </a:ext>
            </a:extLst>
          </p:cNvPr>
          <p:cNvSpPr txBox="1"/>
          <p:nvPr/>
        </p:nvSpPr>
        <p:spPr>
          <a:xfrm>
            <a:off x="9623979" y="4279672"/>
            <a:ext cx="3582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+mj-lt"/>
                <a:sym typeface="Wingdings" panose="05000000000000000000" pitchFamily="2" charset="2"/>
              </a:rPr>
              <a:t></a:t>
            </a:r>
            <a:endParaRPr lang="en-IN" sz="3000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1EC7D0-3BE7-F095-9C7B-B533970CBFB9}"/>
              </a:ext>
            </a:extLst>
          </p:cNvPr>
          <p:cNvSpPr txBox="1"/>
          <p:nvPr/>
        </p:nvSpPr>
        <p:spPr>
          <a:xfrm>
            <a:off x="2475321" y="4833670"/>
            <a:ext cx="409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+mj-lt"/>
              </a:rPr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43366E-B28A-7238-6CE3-87A170C9327B}"/>
              </a:ext>
            </a:extLst>
          </p:cNvPr>
          <p:cNvSpPr txBox="1"/>
          <p:nvPr/>
        </p:nvSpPr>
        <p:spPr>
          <a:xfrm>
            <a:off x="2475321" y="5595010"/>
            <a:ext cx="409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+mj-lt"/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52073-E65A-DD3A-40D8-2F771D456988}"/>
              </a:ext>
            </a:extLst>
          </p:cNvPr>
          <p:cNvSpPr txBox="1"/>
          <p:nvPr/>
        </p:nvSpPr>
        <p:spPr>
          <a:xfrm>
            <a:off x="9673863" y="5721443"/>
            <a:ext cx="409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+mj-lt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105510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3D5DA-2FBD-1DE0-7E79-F34E362B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PETSC Solver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5D973-4E0B-DD70-E035-E184A6348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90501" cy="33214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+mj-lt"/>
              </a:rPr>
              <a:t>“</a:t>
            </a:r>
            <a:r>
              <a:rPr lang="en-IN" sz="1600" dirty="0">
                <a:latin typeface="+mj-lt"/>
              </a:rPr>
              <a:t>Portable, Extensible Toolkit for Scientific Computation” </a:t>
            </a:r>
          </a:p>
          <a:p>
            <a:pPr marL="457200" lvl="1" indent="0">
              <a:buNone/>
            </a:pPr>
            <a:r>
              <a:rPr lang="en-IN" sz="1600" dirty="0">
                <a:latin typeface="+mj-lt"/>
              </a:rPr>
              <a:t>	(</a:t>
            </a:r>
            <a:r>
              <a:rPr lang="en-US" sz="1600" dirty="0">
                <a:latin typeface="+mj-lt"/>
              </a:rPr>
              <a:t>open-source computing library) </a:t>
            </a:r>
            <a:endParaRPr lang="en-IN" sz="1600" dirty="0">
              <a:latin typeface="+mj-lt"/>
            </a:endParaRPr>
          </a:p>
          <a:p>
            <a:r>
              <a:rPr lang="en-IN" sz="1600" dirty="0">
                <a:latin typeface="+mj-lt"/>
              </a:rPr>
              <a:t>Iterative linear solver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</a:t>
            </a:r>
            <a:r>
              <a:rPr lang="en-IN" sz="1600" dirty="0">
                <a:latin typeface="+mj-lt"/>
              </a:rPr>
              <a:t> KSP CG </a:t>
            </a:r>
          </a:p>
          <a:p>
            <a:r>
              <a:rPr lang="en-IN" sz="1600" dirty="0">
                <a:latin typeface="+mj-lt"/>
              </a:rPr>
              <a:t>Preconditioners: Jacobi, ILU, GAMG</a:t>
            </a:r>
          </a:p>
          <a:p>
            <a:r>
              <a:rPr lang="en-IN" sz="1600" dirty="0">
                <a:latin typeface="+mj-lt"/>
              </a:rPr>
              <a:t>Matrix stored in CSR format</a:t>
            </a:r>
          </a:p>
          <a:p>
            <a:endParaRPr lang="en-IN" sz="1600" dirty="0">
              <a:latin typeface="+mj-lt"/>
            </a:endParaRPr>
          </a:p>
          <a:p>
            <a:r>
              <a:rPr lang="en-IN" sz="1600" dirty="0">
                <a:latin typeface="+mj-lt"/>
              </a:rPr>
              <a:t>Limitations:</a:t>
            </a:r>
          </a:p>
          <a:p>
            <a:pPr lvl="1"/>
            <a:r>
              <a:rPr lang="en-IN" sz="1600" dirty="0">
                <a:latin typeface="+mj-lt"/>
              </a:rPr>
              <a:t>Requires all vectors and matrices in PETSC format</a:t>
            </a:r>
          </a:p>
          <a:p>
            <a:pPr lvl="1"/>
            <a:r>
              <a:rPr lang="en-IN" sz="1600" dirty="0">
                <a:latin typeface="+mj-lt"/>
              </a:rPr>
              <a:t>Limits parallelization control as per the user's discretion</a:t>
            </a:r>
          </a:p>
          <a:p>
            <a:pPr lvl="1"/>
            <a:r>
              <a:rPr lang="en-IN" sz="1600" dirty="0">
                <a:latin typeface="+mj-lt"/>
              </a:rPr>
              <a:t>Enforces PETSC installation for code execution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8439E-EDD1-4131-9E1B-CEE125B2B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C5BAB-0F14-4507-B318-C639D93169D1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263B4-AB69-8123-F358-9947F3C46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A4A2B-D774-A281-AD26-5F5BB064D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20</a:t>
            </a:fld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EE4C98E-468A-01B2-2F38-2CE258447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2140" r="21706" b="44742"/>
          <a:stretch>
            <a:fillRect/>
          </a:stretch>
        </p:blipFill>
        <p:spPr>
          <a:xfrm>
            <a:off x="7196581" y="136525"/>
            <a:ext cx="4157219" cy="61229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A9C16C-19F6-E1D7-E63A-5A8BE0C5D88D}"/>
              </a:ext>
            </a:extLst>
          </p:cNvPr>
          <p:cNvSpPr txBox="1"/>
          <p:nvPr/>
        </p:nvSpPr>
        <p:spPr>
          <a:xfrm>
            <a:off x="8153400" y="6120944"/>
            <a:ext cx="2482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9: PETSC Solver Structure</a:t>
            </a:r>
            <a:endParaRPr lang="en-IN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46189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EF2B3-D46C-82A1-B76E-84417C40D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40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CG Solver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3DC94-DE51-834C-53F7-0F929732C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999" y="1559141"/>
            <a:ext cx="5109108" cy="1841402"/>
          </a:xfrm>
        </p:spPr>
        <p:txBody>
          <a:bodyPr>
            <a:normAutofit lnSpcReduction="10000"/>
          </a:bodyPr>
          <a:lstStyle/>
          <a:p>
            <a:r>
              <a:rPr lang="en-IN" sz="1600" dirty="0">
                <a:latin typeface="+mj-lt"/>
              </a:rPr>
              <a:t>Global Matrix stored in CSR format</a:t>
            </a:r>
          </a:p>
          <a:p>
            <a:pPr lvl="1"/>
            <a:r>
              <a:rPr lang="en-IN" sz="1600" dirty="0">
                <a:latin typeface="+mj-lt"/>
              </a:rPr>
              <a:t>(Assembled using Compressed Matrix format)</a:t>
            </a:r>
          </a:p>
          <a:p>
            <a:r>
              <a:rPr lang="en-IN" sz="1600" dirty="0">
                <a:latin typeface="+mj-lt"/>
              </a:rPr>
              <a:t>Uses BLAS library for matrix-vector multiplication</a:t>
            </a:r>
          </a:p>
          <a:p>
            <a:r>
              <a:rPr lang="en-IN" sz="1600" dirty="0">
                <a:latin typeface="+mj-lt"/>
              </a:rPr>
              <a:t>Without preconditioner and with Jacobi preconditioner in the current implementation.</a:t>
            </a:r>
          </a:p>
          <a:p>
            <a:r>
              <a:rPr lang="en-IN" sz="1600" dirty="0">
                <a:latin typeface="+mj-lt"/>
              </a:rPr>
              <a:t>Other preconditioners can be implemented</a:t>
            </a:r>
          </a:p>
          <a:p>
            <a:endParaRPr lang="en-IN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2D7E1-4E67-5D09-BD2D-8027D150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4187" y="6356350"/>
            <a:ext cx="2743200" cy="365125"/>
          </a:xfrm>
        </p:spPr>
        <p:txBody>
          <a:bodyPr/>
          <a:lstStyle/>
          <a:p>
            <a:fld id="{AE0F9367-B30C-4C06-9ED3-2CC0CA6E4FC5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673D2-57C9-7A5B-229F-25DC0337A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24587" y="6356350"/>
            <a:ext cx="4114800" cy="365125"/>
          </a:xfrm>
        </p:spPr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02B1F-EF33-9A00-6EDA-5FA4709E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21</a:t>
            </a:fld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777283A-0405-2DFB-2351-836CF96AC1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4953536"/>
                  </p:ext>
                </p:extLst>
              </p:nvPr>
            </p:nvGraphicFramePr>
            <p:xfrm>
              <a:off x="772879" y="4979535"/>
              <a:ext cx="5109108" cy="116865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500142">
                      <a:extLst>
                        <a:ext uri="{9D8B030D-6E8A-4147-A177-3AD203B41FA5}">
                          <a16:colId xmlns:a16="http://schemas.microsoft.com/office/drawing/2014/main" val="999360242"/>
                        </a:ext>
                      </a:extLst>
                    </a:gridCol>
                    <a:gridCol w="807399">
                      <a:extLst>
                        <a:ext uri="{9D8B030D-6E8A-4147-A177-3AD203B41FA5}">
                          <a16:colId xmlns:a16="http://schemas.microsoft.com/office/drawing/2014/main" val="700321946"/>
                        </a:ext>
                      </a:extLst>
                    </a:gridCol>
                    <a:gridCol w="738695">
                      <a:extLst>
                        <a:ext uri="{9D8B030D-6E8A-4147-A177-3AD203B41FA5}">
                          <a16:colId xmlns:a16="http://schemas.microsoft.com/office/drawing/2014/main" val="2021915715"/>
                        </a:ext>
                      </a:extLst>
                    </a:gridCol>
                    <a:gridCol w="963645">
                      <a:extLst>
                        <a:ext uri="{9D8B030D-6E8A-4147-A177-3AD203B41FA5}">
                          <a16:colId xmlns:a16="http://schemas.microsoft.com/office/drawing/2014/main" val="21787228"/>
                        </a:ext>
                      </a:extLst>
                    </a:gridCol>
                    <a:gridCol w="1099227">
                      <a:extLst>
                        <a:ext uri="{9D8B030D-6E8A-4147-A177-3AD203B41FA5}">
                          <a16:colId xmlns:a16="http://schemas.microsoft.com/office/drawing/2014/main" val="4249315262"/>
                        </a:ext>
                      </a:extLst>
                    </a:gridCol>
                  </a:tblGrid>
                  <a:tr h="309880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Method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Average Iterations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Computational Time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93644720"/>
                      </a:ext>
                    </a:extLst>
                  </a:tr>
                  <a:tr h="222885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Pressure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339081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PETSC CG (Jac)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4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5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288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3678.5464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4243803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Solver CG (Jac)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289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2185.8981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9596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777283A-0405-2DFB-2351-836CF96AC1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4953536"/>
                  </p:ext>
                </p:extLst>
              </p:nvPr>
            </p:nvGraphicFramePr>
            <p:xfrm>
              <a:off x="772879" y="4979535"/>
              <a:ext cx="5109108" cy="116865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500142">
                      <a:extLst>
                        <a:ext uri="{9D8B030D-6E8A-4147-A177-3AD203B41FA5}">
                          <a16:colId xmlns:a16="http://schemas.microsoft.com/office/drawing/2014/main" val="999360242"/>
                        </a:ext>
                      </a:extLst>
                    </a:gridCol>
                    <a:gridCol w="807399">
                      <a:extLst>
                        <a:ext uri="{9D8B030D-6E8A-4147-A177-3AD203B41FA5}">
                          <a16:colId xmlns:a16="http://schemas.microsoft.com/office/drawing/2014/main" val="700321946"/>
                        </a:ext>
                      </a:extLst>
                    </a:gridCol>
                    <a:gridCol w="738695">
                      <a:extLst>
                        <a:ext uri="{9D8B030D-6E8A-4147-A177-3AD203B41FA5}">
                          <a16:colId xmlns:a16="http://schemas.microsoft.com/office/drawing/2014/main" val="2021915715"/>
                        </a:ext>
                      </a:extLst>
                    </a:gridCol>
                    <a:gridCol w="963645">
                      <a:extLst>
                        <a:ext uri="{9D8B030D-6E8A-4147-A177-3AD203B41FA5}">
                          <a16:colId xmlns:a16="http://schemas.microsoft.com/office/drawing/2014/main" val="21787228"/>
                        </a:ext>
                      </a:extLst>
                    </a:gridCol>
                    <a:gridCol w="1099227">
                      <a:extLst>
                        <a:ext uri="{9D8B030D-6E8A-4147-A177-3AD203B41FA5}">
                          <a16:colId xmlns:a16="http://schemas.microsoft.com/office/drawing/2014/main" val="4249315262"/>
                        </a:ext>
                      </a:extLst>
                    </a:gridCol>
                  </a:tblGrid>
                  <a:tr h="309880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Method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Average Iterations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Computational Time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93644720"/>
                      </a:ext>
                    </a:extLst>
                  </a:tr>
                  <a:tr h="375920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85714" t="-83871" r="-347368" b="-15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14050" t="-83871" r="-281818" b="-15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Pressure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3390818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PETSC CG (Jac)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4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5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288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3678.5464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42438033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Solver CG (Jac)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289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2185.8981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95969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3C76D7F-3250-89DA-2AFC-556B11FF8D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4204472"/>
                  </p:ext>
                </p:extLst>
              </p:nvPr>
            </p:nvGraphicFramePr>
            <p:xfrm>
              <a:off x="812833" y="3550410"/>
              <a:ext cx="5109108" cy="1100201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509873">
                      <a:extLst>
                        <a:ext uri="{9D8B030D-6E8A-4147-A177-3AD203B41FA5}">
                          <a16:colId xmlns:a16="http://schemas.microsoft.com/office/drawing/2014/main" val="1273178402"/>
                        </a:ext>
                      </a:extLst>
                    </a:gridCol>
                    <a:gridCol w="777909">
                      <a:extLst>
                        <a:ext uri="{9D8B030D-6E8A-4147-A177-3AD203B41FA5}">
                          <a16:colId xmlns:a16="http://schemas.microsoft.com/office/drawing/2014/main" val="126374908"/>
                        </a:ext>
                      </a:extLst>
                    </a:gridCol>
                    <a:gridCol w="852311">
                      <a:extLst>
                        <a:ext uri="{9D8B030D-6E8A-4147-A177-3AD203B41FA5}">
                          <a16:colId xmlns:a16="http://schemas.microsoft.com/office/drawing/2014/main" val="143438840"/>
                        </a:ext>
                      </a:extLst>
                    </a:gridCol>
                    <a:gridCol w="852311">
                      <a:extLst>
                        <a:ext uri="{9D8B030D-6E8A-4147-A177-3AD203B41FA5}">
                          <a16:colId xmlns:a16="http://schemas.microsoft.com/office/drawing/2014/main" val="2375482260"/>
                        </a:ext>
                      </a:extLst>
                    </a:gridCol>
                    <a:gridCol w="1116704">
                      <a:extLst>
                        <a:ext uri="{9D8B030D-6E8A-4147-A177-3AD203B41FA5}">
                          <a16:colId xmlns:a16="http://schemas.microsoft.com/office/drawing/2014/main" val="1951684540"/>
                        </a:ext>
                      </a:extLst>
                    </a:gridCol>
                  </a:tblGrid>
                  <a:tr h="0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Method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Average Iterations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Computational Time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70683165"/>
                      </a:ext>
                    </a:extLst>
                  </a:tr>
                  <a:tr h="222885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Pressure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55893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PETSC CG (None)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181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344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312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19327.276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749596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Solver CG (None)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193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358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319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10930.507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60869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3C76D7F-3250-89DA-2AFC-556B11FF8D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4204472"/>
                  </p:ext>
                </p:extLst>
              </p:nvPr>
            </p:nvGraphicFramePr>
            <p:xfrm>
              <a:off x="812833" y="3550410"/>
              <a:ext cx="5109108" cy="1100201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509873">
                      <a:extLst>
                        <a:ext uri="{9D8B030D-6E8A-4147-A177-3AD203B41FA5}">
                          <a16:colId xmlns:a16="http://schemas.microsoft.com/office/drawing/2014/main" val="1273178402"/>
                        </a:ext>
                      </a:extLst>
                    </a:gridCol>
                    <a:gridCol w="777909">
                      <a:extLst>
                        <a:ext uri="{9D8B030D-6E8A-4147-A177-3AD203B41FA5}">
                          <a16:colId xmlns:a16="http://schemas.microsoft.com/office/drawing/2014/main" val="126374908"/>
                        </a:ext>
                      </a:extLst>
                    </a:gridCol>
                    <a:gridCol w="852311">
                      <a:extLst>
                        <a:ext uri="{9D8B030D-6E8A-4147-A177-3AD203B41FA5}">
                          <a16:colId xmlns:a16="http://schemas.microsoft.com/office/drawing/2014/main" val="143438840"/>
                        </a:ext>
                      </a:extLst>
                    </a:gridCol>
                    <a:gridCol w="852311">
                      <a:extLst>
                        <a:ext uri="{9D8B030D-6E8A-4147-A177-3AD203B41FA5}">
                          <a16:colId xmlns:a16="http://schemas.microsoft.com/office/drawing/2014/main" val="2375482260"/>
                        </a:ext>
                      </a:extLst>
                    </a:gridCol>
                    <a:gridCol w="1116704">
                      <a:extLst>
                        <a:ext uri="{9D8B030D-6E8A-4147-A177-3AD203B41FA5}">
                          <a16:colId xmlns:a16="http://schemas.microsoft.com/office/drawing/2014/main" val="1951684540"/>
                        </a:ext>
                      </a:extLst>
                    </a:gridCol>
                  </a:tblGrid>
                  <a:tr h="241427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Method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Average Iterations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Computational Time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70683165"/>
                      </a:ext>
                    </a:extLst>
                  </a:tr>
                  <a:tr h="375920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94531" t="-66129" r="-363281" b="-15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69286" t="-66129" r="-232143" b="-15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Pressure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5589313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PETSC CG (None)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181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344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312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19327.276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74959620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Solver CG (None)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193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358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319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10930.507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60869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1">
            <a:extLst>
              <a:ext uri="{FF2B5EF4-FFF2-40B4-BE49-F238E27FC236}">
                <a16:creationId xmlns:a16="http://schemas.microsoft.com/office/drawing/2014/main" id="{0AA732F0-42C0-215D-A978-06E16FD45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8055" y="4763880"/>
            <a:ext cx="333982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2: Results for CG with Jacobi Preconditioner</a:t>
            </a:r>
            <a:endParaRPr lang="en-US" altLang="en-US" sz="8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424B4E4-BA46-14C7-3C51-59C026DC0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964672"/>
              </p:ext>
            </p:extLst>
          </p:nvPr>
        </p:nvGraphicFramePr>
        <p:xfrm>
          <a:off x="6020047" y="4476850"/>
          <a:ext cx="2303289" cy="13716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22173">
                  <a:extLst>
                    <a:ext uri="{9D8B030D-6E8A-4147-A177-3AD203B41FA5}">
                      <a16:colId xmlns:a16="http://schemas.microsoft.com/office/drawing/2014/main" val="2323661709"/>
                    </a:ext>
                  </a:extLst>
                </a:gridCol>
                <a:gridCol w="981116">
                  <a:extLst>
                    <a:ext uri="{9D8B030D-6E8A-4147-A177-3AD203B41FA5}">
                      <a16:colId xmlns:a16="http://schemas.microsoft.com/office/drawing/2014/main" val="3479220999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00" dirty="0">
                          <a:effectLst/>
                          <a:latin typeface="+mj-lt"/>
                        </a:rPr>
                        <a:t>No. of timesteps</a:t>
                      </a:r>
                      <a:endParaRPr lang="en-IN" sz="1200" b="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00" dirty="0">
                          <a:effectLst/>
                          <a:latin typeface="+mj-lt"/>
                        </a:rPr>
                        <a:t>50000</a:t>
                      </a:r>
                      <a:endParaRPr lang="en-IN" sz="1200" b="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912932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Tolerance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1.00E-09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40659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Order (Vel, Pres)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2,1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246525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Nodes (Vel, Pres)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21826, 5513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655400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Quad Elements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5400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77787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CF302202-8D8E-0101-8BF8-157B84466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6294" y="3313773"/>
            <a:ext cx="331772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12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able </a:t>
            </a:r>
            <a:r>
              <a:rPr kumimoji="0" lang="en-US" altLang="en-US" sz="1200" b="0" i="0" u="none" strike="noStrike" cap="none" normalizeH="0" baseline="0" dirty="0" bmk="_Toc200483113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1: Results for CG with No Preconditioner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259D98F0-A560-BC0F-9F60-25129BF33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519" y="4082421"/>
            <a:ext cx="235606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Numerical Simulation Parameters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6B3B65-3DF6-E130-F3FF-02D59AF98C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396" y="2486442"/>
            <a:ext cx="3417809" cy="341780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987A8B7-FA9A-9352-B120-C30CE5DF6E40}"/>
              </a:ext>
            </a:extLst>
          </p:cNvPr>
          <p:cNvSpPr txBox="1"/>
          <p:nvPr/>
        </p:nvSpPr>
        <p:spPr>
          <a:xfrm>
            <a:off x="8511436" y="5867896"/>
            <a:ext cx="3317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IN" sz="1200" i="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10: Comparison of the lift-drag coefficient of the in-house CG Solver with the PETSC solver</a:t>
            </a:r>
            <a:endParaRPr lang="en-IN" sz="1200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39B30562-E749-3BE2-9C9D-D9448E43E859}"/>
              </a:ext>
            </a:extLst>
          </p:cNvPr>
          <p:cNvSpPr/>
          <p:nvPr/>
        </p:nvSpPr>
        <p:spPr>
          <a:xfrm>
            <a:off x="5774061" y="1223234"/>
            <a:ext cx="1616553" cy="74065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+mj-lt"/>
              </a:rPr>
              <a:t>Global Assembly in Compressed Matrix Format</a:t>
            </a:r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A775E866-6716-A8A7-0EF5-00B3C574DDF8}"/>
              </a:ext>
            </a:extLst>
          </p:cNvPr>
          <p:cNvSpPr/>
          <p:nvPr/>
        </p:nvSpPr>
        <p:spPr>
          <a:xfrm>
            <a:off x="7740323" y="1191604"/>
            <a:ext cx="1616553" cy="74065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+mj-lt"/>
              </a:rPr>
              <a:t>CSR matrix</a:t>
            </a:r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F6C76B87-B40E-A6EB-0BCF-811F48B66BF9}"/>
              </a:ext>
            </a:extLst>
          </p:cNvPr>
          <p:cNvSpPr/>
          <p:nvPr/>
        </p:nvSpPr>
        <p:spPr>
          <a:xfrm>
            <a:off x="9706586" y="1160879"/>
            <a:ext cx="1616553" cy="740652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+mj-lt"/>
              </a:rPr>
              <a:t>CG Solver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F2AD5F6-C2B2-F388-73D8-213916E65797}"/>
              </a:ext>
            </a:extLst>
          </p:cNvPr>
          <p:cNvSpPr/>
          <p:nvPr/>
        </p:nvSpPr>
        <p:spPr>
          <a:xfrm>
            <a:off x="7459815" y="1528605"/>
            <a:ext cx="226243" cy="1877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9148F30-C2AE-70F6-0863-8BFF12C8CEC0}"/>
              </a:ext>
            </a:extLst>
          </p:cNvPr>
          <p:cNvSpPr/>
          <p:nvPr/>
        </p:nvSpPr>
        <p:spPr>
          <a:xfrm>
            <a:off x="9429290" y="1528262"/>
            <a:ext cx="226243" cy="1877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012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EBB5C-74C4-F17C-84EA-58D32F78B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45685" cy="907494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Creation of CSR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4193-667A-D7FD-B8DD-517BB4109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932" y="1382565"/>
            <a:ext cx="7617643" cy="436876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+mj-lt"/>
              </a:rPr>
              <a:t>Direct Solvers and other preconditioners can be directly applied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69C4-2BFF-3155-B47A-78C04C5CA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F8B9-64F2-4BB6-B236-211065AEBF68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D6198-CC67-25C1-8879-8E67E79B8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95F81-D07C-28A8-B6AF-A6193A498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22</a:t>
            </a:fld>
            <a:endParaRPr lang="en-IN"/>
          </a:p>
        </p:txBody>
      </p:sp>
      <p:pic>
        <p:nvPicPr>
          <p:cNvPr id="7" name="Graphic 2">
            <a:extLst>
              <a:ext uri="{FF2B5EF4-FFF2-40B4-BE49-F238E27FC236}">
                <a16:creationId xmlns:a16="http://schemas.microsoft.com/office/drawing/2014/main" id="{BC0007B3-D1C3-53D5-A96C-4CB9260F7C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7" t="8847" r="73382" b="55884"/>
          <a:stretch>
            <a:fillRect/>
          </a:stretch>
        </p:blipFill>
        <p:spPr bwMode="auto">
          <a:xfrm>
            <a:off x="9233869" y="771804"/>
            <a:ext cx="2283195" cy="175030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5BF68ECD-751C-64A6-1EAF-BF2D6587B7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70" t="50367" r="44857" b="17756"/>
          <a:stretch>
            <a:fillRect/>
          </a:stretch>
        </p:blipFill>
        <p:spPr bwMode="auto">
          <a:xfrm>
            <a:off x="9379738" y="2428636"/>
            <a:ext cx="1972582" cy="15582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phic 2">
            <a:extLst>
              <a:ext uri="{FF2B5EF4-FFF2-40B4-BE49-F238E27FC236}">
                <a16:creationId xmlns:a16="http://schemas.microsoft.com/office/drawing/2014/main" id="{9E507311-4A75-1756-2DEB-915738B606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50" t="50367" r="75575" b="17756"/>
          <a:stretch>
            <a:fillRect/>
          </a:stretch>
        </p:blipFill>
        <p:spPr bwMode="auto">
          <a:xfrm>
            <a:off x="7390036" y="2399119"/>
            <a:ext cx="1972582" cy="15582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phic 2">
            <a:extLst>
              <a:ext uri="{FF2B5EF4-FFF2-40B4-BE49-F238E27FC236}">
                <a16:creationId xmlns:a16="http://schemas.microsoft.com/office/drawing/2014/main" id="{4729164F-B8CD-7E86-EA7C-F5A93444A5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95" t="9991" r="11094" b="58411"/>
          <a:stretch>
            <a:fillRect/>
          </a:stretch>
        </p:blipFill>
        <p:spPr bwMode="auto">
          <a:xfrm>
            <a:off x="6362857" y="3900051"/>
            <a:ext cx="4989463" cy="15494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6">
                <a:extLst>
                  <a:ext uri="{FF2B5EF4-FFF2-40B4-BE49-F238E27FC236}">
                    <a16:creationId xmlns:a16="http://schemas.microsoft.com/office/drawing/2014/main" id="{24F1256D-A4C2-FD8A-8022-98D9427B82C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9753898"/>
                  </p:ext>
                </p:extLst>
              </p:nvPr>
            </p:nvGraphicFramePr>
            <p:xfrm>
              <a:off x="967736" y="2025661"/>
              <a:ext cx="2979976" cy="1920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9821949"/>
                        </a:ext>
                      </a:extLst>
                    </a:gridCol>
                    <a:gridCol w="464499">
                      <a:extLst>
                        <a:ext uri="{9D8B030D-6E8A-4147-A177-3AD203B41FA5}">
                          <a16:colId xmlns:a16="http://schemas.microsoft.com/office/drawing/2014/main" val="1726307633"/>
                        </a:ext>
                      </a:extLst>
                    </a:gridCol>
                    <a:gridCol w="469098">
                      <a:extLst>
                        <a:ext uri="{9D8B030D-6E8A-4147-A177-3AD203B41FA5}">
                          <a16:colId xmlns:a16="http://schemas.microsoft.com/office/drawing/2014/main" val="723963217"/>
                        </a:ext>
                      </a:extLst>
                    </a:gridCol>
                    <a:gridCol w="446103">
                      <a:extLst>
                        <a:ext uri="{9D8B030D-6E8A-4147-A177-3AD203B41FA5}">
                          <a16:colId xmlns:a16="http://schemas.microsoft.com/office/drawing/2014/main" val="481587793"/>
                        </a:ext>
                      </a:extLst>
                    </a:gridCol>
                    <a:gridCol w="455301">
                      <a:extLst>
                        <a:ext uri="{9D8B030D-6E8A-4147-A177-3AD203B41FA5}">
                          <a16:colId xmlns:a16="http://schemas.microsoft.com/office/drawing/2014/main" val="2891453909"/>
                        </a:ext>
                      </a:extLst>
                    </a:gridCol>
                    <a:gridCol w="435617">
                      <a:extLst>
                        <a:ext uri="{9D8B030D-6E8A-4147-A177-3AD203B41FA5}">
                          <a16:colId xmlns:a16="http://schemas.microsoft.com/office/drawing/2014/main" val="2392347268"/>
                        </a:ext>
                      </a:extLst>
                    </a:gridCol>
                    <a:gridCol w="501078">
                      <a:extLst>
                        <a:ext uri="{9D8B030D-6E8A-4147-A177-3AD203B41FA5}">
                          <a16:colId xmlns:a16="http://schemas.microsoft.com/office/drawing/2014/main" val="2499040481"/>
                        </a:ext>
                      </a:extLst>
                    </a:gridCol>
                  </a:tblGrid>
                  <a:tr h="203746">
                    <a:tc>
                      <a:txBody>
                        <a:bodyPr/>
                        <a:lstStyle/>
                        <a:p>
                          <a:pPr algn="ctr"/>
                          <a:endParaRPr lang="en-IN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1218757"/>
                      </a:ext>
                    </a:extLst>
                  </a:tr>
                  <a:tr h="203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/>
                            <a:t>1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19973824"/>
                      </a:ext>
                    </a:extLst>
                  </a:tr>
                  <a:tr h="203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/>
                            <a:t>2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3096119"/>
                      </a:ext>
                    </a:extLst>
                  </a:tr>
                  <a:tr h="203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/>
                            <a:t>3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034380"/>
                      </a:ext>
                    </a:extLst>
                  </a:tr>
                  <a:tr h="203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/>
                            <a:t>4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81601175"/>
                      </a:ext>
                    </a:extLst>
                  </a:tr>
                  <a:tr h="203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/>
                            <a:t>5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10964214"/>
                      </a:ext>
                    </a:extLst>
                  </a:tr>
                  <a:tr h="203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/>
                            <a:t>6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IN" sz="12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15331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6">
                <a:extLst>
                  <a:ext uri="{FF2B5EF4-FFF2-40B4-BE49-F238E27FC236}">
                    <a16:creationId xmlns:a16="http://schemas.microsoft.com/office/drawing/2014/main" id="{24F1256D-A4C2-FD8A-8022-98D9427B82C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9753898"/>
                  </p:ext>
                </p:extLst>
              </p:nvPr>
            </p:nvGraphicFramePr>
            <p:xfrm>
              <a:off x="967736" y="2025661"/>
              <a:ext cx="2979976" cy="1920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9821949"/>
                        </a:ext>
                      </a:extLst>
                    </a:gridCol>
                    <a:gridCol w="464499">
                      <a:extLst>
                        <a:ext uri="{9D8B030D-6E8A-4147-A177-3AD203B41FA5}">
                          <a16:colId xmlns:a16="http://schemas.microsoft.com/office/drawing/2014/main" val="1726307633"/>
                        </a:ext>
                      </a:extLst>
                    </a:gridCol>
                    <a:gridCol w="469098">
                      <a:extLst>
                        <a:ext uri="{9D8B030D-6E8A-4147-A177-3AD203B41FA5}">
                          <a16:colId xmlns:a16="http://schemas.microsoft.com/office/drawing/2014/main" val="723963217"/>
                        </a:ext>
                      </a:extLst>
                    </a:gridCol>
                    <a:gridCol w="446103">
                      <a:extLst>
                        <a:ext uri="{9D8B030D-6E8A-4147-A177-3AD203B41FA5}">
                          <a16:colId xmlns:a16="http://schemas.microsoft.com/office/drawing/2014/main" val="481587793"/>
                        </a:ext>
                      </a:extLst>
                    </a:gridCol>
                    <a:gridCol w="455301">
                      <a:extLst>
                        <a:ext uri="{9D8B030D-6E8A-4147-A177-3AD203B41FA5}">
                          <a16:colId xmlns:a16="http://schemas.microsoft.com/office/drawing/2014/main" val="2891453909"/>
                        </a:ext>
                      </a:extLst>
                    </a:gridCol>
                    <a:gridCol w="435617">
                      <a:extLst>
                        <a:ext uri="{9D8B030D-6E8A-4147-A177-3AD203B41FA5}">
                          <a16:colId xmlns:a16="http://schemas.microsoft.com/office/drawing/2014/main" val="2392347268"/>
                        </a:ext>
                      </a:extLst>
                    </a:gridCol>
                    <a:gridCol w="501078">
                      <a:extLst>
                        <a:ext uri="{9D8B030D-6E8A-4147-A177-3AD203B41FA5}">
                          <a16:colId xmlns:a16="http://schemas.microsoft.com/office/drawing/2014/main" val="249904048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en-IN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121875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/>
                            <a:t>1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5455" t="-102222" r="-497403" b="-5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5455" t="-102222" r="-397403" b="-5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8904" t="-102222" r="-319178" b="-5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49333" t="-102222" r="-210667" b="-5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68056" t="-102222" r="-119444" b="-5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98780" t="-102222" r="-4878" b="-51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997382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/>
                            <a:t>2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5455" t="-202222" r="-497403" b="-4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5455" t="-202222" r="-397403" b="-4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8904" t="-202222" r="-319178" b="-4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49333" t="-202222" r="-210667" b="-4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68056" t="-202222" r="-119444" b="-4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98780" t="-202222" r="-4878" b="-41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309611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/>
                            <a:t>3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5455" t="-295652" r="-497403" b="-3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5455" t="-295652" r="-397403" b="-3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8904" t="-295652" r="-319178" b="-3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49333" t="-295652" r="-210667" b="-3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68056" t="-295652" r="-119444" b="-3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98780" t="-295652" r="-4878" b="-3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03438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/>
                            <a:t>4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5455" t="-404444" r="-497403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5455" t="-404444" r="-397403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8904" t="-404444" r="-319178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49333" t="-404444" r="-210667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68056" t="-404444" r="-119444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98780" t="-404444" r="-4878" b="-2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16011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/>
                            <a:t>5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5455" t="-504444" r="-497403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5455" t="-504444" r="-397403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8904" t="-504444" r="-319178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49333" t="-504444" r="-210667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68056" t="-504444" r="-119444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98780" t="-504444" r="-4878" b="-1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096421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/>
                            <a:t>6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5455" t="-604444" r="-497403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5455" t="-604444" r="-397403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8904" t="-604444" r="-319178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49333" t="-604444" r="-210667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68056" t="-604444" r="-119444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98780" t="-604444" r="-4878" b="-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3319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8E33DC8-D5DB-5F65-4848-9B8D42A12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789121"/>
              </p:ext>
            </p:extLst>
          </p:nvPr>
        </p:nvGraphicFramePr>
        <p:xfrm>
          <a:off x="966949" y="4311854"/>
          <a:ext cx="295524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923349578"/>
                    </a:ext>
                  </a:extLst>
                </a:gridCol>
                <a:gridCol w="446181">
                  <a:extLst>
                    <a:ext uri="{9D8B030D-6E8A-4147-A177-3AD203B41FA5}">
                      <a16:colId xmlns:a16="http://schemas.microsoft.com/office/drawing/2014/main" val="2221223964"/>
                    </a:ext>
                  </a:extLst>
                </a:gridCol>
                <a:gridCol w="461914">
                  <a:extLst>
                    <a:ext uri="{9D8B030D-6E8A-4147-A177-3AD203B41FA5}">
                      <a16:colId xmlns:a16="http://schemas.microsoft.com/office/drawing/2014/main" val="667545058"/>
                    </a:ext>
                  </a:extLst>
                </a:gridCol>
                <a:gridCol w="452486">
                  <a:extLst>
                    <a:ext uri="{9D8B030D-6E8A-4147-A177-3AD203B41FA5}">
                      <a16:colId xmlns:a16="http://schemas.microsoft.com/office/drawing/2014/main" val="2637724070"/>
                    </a:ext>
                  </a:extLst>
                </a:gridCol>
                <a:gridCol w="461914">
                  <a:extLst>
                    <a:ext uri="{9D8B030D-6E8A-4147-A177-3AD203B41FA5}">
                      <a16:colId xmlns:a16="http://schemas.microsoft.com/office/drawing/2014/main" val="2990707408"/>
                    </a:ext>
                  </a:extLst>
                </a:gridCol>
                <a:gridCol w="461913">
                  <a:extLst>
                    <a:ext uri="{9D8B030D-6E8A-4147-A177-3AD203B41FA5}">
                      <a16:colId xmlns:a16="http://schemas.microsoft.com/office/drawing/2014/main" val="1194915175"/>
                    </a:ext>
                  </a:extLst>
                </a:gridCol>
                <a:gridCol w="462553">
                  <a:extLst>
                    <a:ext uri="{9D8B030D-6E8A-4147-A177-3AD203B41FA5}">
                      <a16:colId xmlns:a16="http://schemas.microsoft.com/office/drawing/2014/main" val="3027381488"/>
                    </a:ext>
                  </a:extLst>
                </a:gridCol>
              </a:tblGrid>
              <a:tr h="201541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748846"/>
                  </a:ext>
                </a:extLst>
              </a:tr>
              <a:tr h="201541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775912"/>
                  </a:ext>
                </a:extLst>
              </a:tr>
              <a:tr h="201541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754064"/>
                  </a:ext>
                </a:extLst>
              </a:tr>
              <a:tr h="201541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221868"/>
                  </a:ext>
                </a:extLst>
              </a:tr>
              <a:tr h="201541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132892"/>
                  </a:ext>
                </a:extLst>
              </a:tr>
              <a:tr h="201541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241682"/>
                  </a:ext>
                </a:extLst>
              </a:tr>
              <a:tr h="201541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7255135"/>
                  </a:ext>
                </a:extLst>
              </a:tr>
            </a:tbl>
          </a:graphicData>
        </a:graphic>
      </p:graphicFrame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E4DCC28C-BAA0-8841-C7A8-9088803F7912}"/>
              </a:ext>
            </a:extLst>
          </p:cNvPr>
          <p:cNvSpPr/>
          <p:nvPr/>
        </p:nvSpPr>
        <p:spPr>
          <a:xfrm>
            <a:off x="4385990" y="3292694"/>
            <a:ext cx="1538605" cy="694153"/>
          </a:xfrm>
          <a:prstGeom prst="snip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+mj-lt"/>
              </a:rPr>
              <a:t>Compressed Matrix Storage</a:t>
            </a:r>
          </a:p>
        </p:txBody>
      </p:sp>
      <p:sp>
        <p:nvSpPr>
          <p:cNvPr id="14" name="Rectangle: Diagonal Corners Snipped 13">
            <a:extLst>
              <a:ext uri="{FF2B5EF4-FFF2-40B4-BE49-F238E27FC236}">
                <a16:creationId xmlns:a16="http://schemas.microsoft.com/office/drawing/2014/main" id="{F2CEBAB8-31AB-C5B5-1C89-EF50314DF855}"/>
              </a:ext>
            </a:extLst>
          </p:cNvPr>
          <p:cNvSpPr/>
          <p:nvPr/>
        </p:nvSpPr>
        <p:spPr>
          <a:xfrm>
            <a:off x="4526667" y="4426823"/>
            <a:ext cx="1463542" cy="694152"/>
          </a:xfrm>
          <a:prstGeom prst="snip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Compressed Sparse Row (CSR) Storage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E8D08CDB-6500-FC20-048B-7240A7E9A8D8}"/>
              </a:ext>
            </a:extLst>
          </p:cNvPr>
          <p:cNvSpPr/>
          <p:nvPr/>
        </p:nvSpPr>
        <p:spPr>
          <a:xfrm>
            <a:off x="3922189" y="2025661"/>
            <a:ext cx="411601" cy="4206433"/>
          </a:xfrm>
          <a:prstGeom prst="rightBrace">
            <a:avLst>
              <a:gd name="adj1" fmla="val 8333"/>
              <a:gd name="adj2" fmla="val 3677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Bent-Up 17">
            <a:extLst>
              <a:ext uri="{FF2B5EF4-FFF2-40B4-BE49-F238E27FC236}">
                <a16:creationId xmlns:a16="http://schemas.microsoft.com/office/drawing/2014/main" id="{B4BAF752-B20D-0CD1-2F60-555E1471BB64}"/>
              </a:ext>
            </a:extLst>
          </p:cNvPr>
          <p:cNvSpPr/>
          <p:nvPr/>
        </p:nvSpPr>
        <p:spPr>
          <a:xfrm rot="10800000">
            <a:off x="8287558" y="1794985"/>
            <a:ext cx="1120466" cy="530779"/>
          </a:xfrm>
          <a:prstGeom prst="bentUpArrow">
            <a:avLst>
              <a:gd name="adj1" fmla="val 11423"/>
              <a:gd name="adj2" fmla="val 25000"/>
              <a:gd name="adj3" fmla="val 236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75F88217-CF32-9D1B-77B0-856D4A7894F8}"/>
              </a:ext>
            </a:extLst>
          </p:cNvPr>
          <p:cNvSpPr/>
          <p:nvPr/>
        </p:nvSpPr>
        <p:spPr>
          <a:xfrm rot="10800000">
            <a:off x="6826482" y="3589031"/>
            <a:ext cx="563554" cy="313133"/>
          </a:xfrm>
          <a:prstGeom prst="bentUpArrow">
            <a:avLst>
              <a:gd name="adj1" fmla="val 11423"/>
              <a:gd name="adj2" fmla="val 25000"/>
              <a:gd name="adj3" fmla="val 236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AF4728-0A3B-F9F2-58AA-91179AB1BFD1}"/>
              </a:ext>
            </a:extLst>
          </p:cNvPr>
          <p:cNvSpPr txBox="1"/>
          <p:nvPr/>
        </p:nvSpPr>
        <p:spPr>
          <a:xfrm rot="16200000">
            <a:off x="185535" y="2921670"/>
            <a:ext cx="1255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Values matrix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A1C124-F4B8-116F-B1D6-D00457246DF3}"/>
              </a:ext>
            </a:extLst>
          </p:cNvPr>
          <p:cNvSpPr txBox="1"/>
          <p:nvPr/>
        </p:nvSpPr>
        <p:spPr>
          <a:xfrm rot="16200000">
            <a:off x="-174511" y="5088840"/>
            <a:ext cx="1966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Column indices matrix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C909E508-7F22-F9C0-B40E-0F544CD6D36C}"/>
              </a:ext>
            </a:extLst>
          </p:cNvPr>
          <p:cNvSpPr/>
          <p:nvPr/>
        </p:nvSpPr>
        <p:spPr>
          <a:xfrm>
            <a:off x="6035005" y="4127917"/>
            <a:ext cx="319946" cy="1291964"/>
          </a:xfrm>
          <a:prstGeom prst="leftBrace">
            <a:avLst>
              <a:gd name="adj1" fmla="val 8333"/>
              <a:gd name="adj2" fmla="val 4918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0474BC-984A-C451-64B9-A09E329303F7}"/>
              </a:ext>
            </a:extLst>
          </p:cNvPr>
          <p:cNvSpPr txBox="1"/>
          <p:nvPr/>
        </p:nvSpPr>
        <p:spPr>
          <a:xfrm>
            <a:off x="1900212" y="3990377"/>
            <a:ext cx="1097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u="sng" dirty="0">
                <a:latin typeface="+mj-lt"/>
              </a:rPr>
              <a:t>Initialization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283047-E89D-2544-801D-C1AF61696D7B}"/>
              </a:ext>
            </a:extLst>
          </p:cNvPr>
          <p:cNvSpPr txBox="1"/>
          <p:nvPr/>
        </p:nvSpPr>
        <p:spPr>
          <a:xfrm>
            <a:off x="7568805" y="5419881"/>
            <a:ext cx="29400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+mj-lt"/>
                <a:ea typeface="Calibri" panose="020F0502020204030204" pitchFamily="34" charset="0"/>
              </a:rPr>
              <a:t>Figure 11: Storage of Sparse Matrices</a:t>
            </a:r>
            <a:endParaRPr lang="en-IN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81470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623AD-A822-6F8C-8375-4CAE4DEB4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7B7B-606A-7495-2037-9E919B81A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624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Global Assembly in Compressed Matrix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30DED-6926-47E5-4A7D-933ABA688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EE145-4C95-43EE-BD94-0C4409C04342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808A3-8C31-591E-BF94-56BFE8D4B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F5156-03B2-EB30-F385-BFB8A30D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23</a:t>
            </a:fld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C5D7DB-F08C-D1D6-5793-5F5A5139C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122732"/>
              </p:ext>
            </p:extLst>
          </p:nvPr>
        </p:nvGraphicFramePr>
        <p:xfrm>
          <a:off x="9514807" y="5143149"/>
          <a:ext cx="2270220" cy="6685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67555">
                  <a:extLst>
                    <a:ext uri="{9D8B030D-6E8A-4147-A177-3AD203B41FA5}">
                      <a16:colId xmlns:a16="http://schemas.microsoft.com/office/drawing/2014/main" val="271391123"/>
                    </a:ext>
                  </a:extLst>
                </a:gridCol>
                <a:gridCol w="567555">
                  <a:extLst>
                    <a:ext uri="{9D8B030D-6E8A-4147-A177-3AD203B41FA5}">
                      <a16:colId xmlns:a16="http://schemas.microsoft.com/office/drawing/2014/main" val="3457656770"/>
                    </a:ext>
                  </a:extLst>
                </a:gridCol>
                <a:gridCol w="567555">
                  <a:extLst>
                    <a:ext uri="{9D8B030D-6E8A-4147-A177-3AD203B41FA5}">
                      <a16:colId xmlns:a16="http://schemas.microsoft.com/office/drawing/2014/main" val="1526682749"/>
                    </a:ext>
                  </a:extLst>
                </a:gridCol>
                <a:gridCol w="567555">
                  <a:extLst>
                    <a:ext uri="{9D8B030D-6E8A-4147-A177-3AD203B41FA5}">
                      <a16:colId xmlns:a16="http://schemas.microsoft.com/office/drawing/2014/main" val="1554260530"/>
                    </a:ext>
                  </a:extLst>
                </a:gridCol>
              </a:tblGrid>
              <a:tr h="3342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815955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32710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5455BE3-6FCC-1311-0488-6EA087CDF273}"/>
              </a:ext>
            </a:extLst>
          </p:cNvPr>
          <p:cNvSpPr txBox="1"/>
          <p:nvPr/>
        </p:nvSpPr>
        <p:spPr>
          <a:xfrm>
            <a:off x="8285457" y="5134556"/>
            <a:ext cx="1098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Element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9712C-B754-C56E-6DA0-52CE9384CBA1}"/>
              </a:ext>
            </a:extLst>
          </p:cNvPr>
          <p:cNvSpPr txBox="1"/>
          <p:nvPr/>
        </p:nvSpPr>
        <p:spPr>
          <a:xfrm>
            <a:off x="8285457" y="5503888"/>
            <a:ext cx="1098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Element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2C8600-0B40-95F1-A73D-13AB397FE13D}"/>
              </a:ext>
            </a:extLst>
          </p:cNvPr>
          <p:cNvSpPr txBox="1"/>
          <p:nvPr/>
        </p:nvSpPr>
        <p:spPr>
          <a:xfrm>
            <a:off x="10211445" y="4788391"/>
            <a:ext cx="23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7C398-DCDD-3206-0E55-460DFE6C285A}"/>
              </a:ext>
            </a:extLst>
          </p:cNvPr>
          <p:cNvSpPr txBox="1"/>
          <p:nvPr/>
        </p:nvSpPr>
        <p:spPr>
          <a:xfrm>
            <a:off x="9651132" y="4797819"/>
            <a:ext cx="23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697A625-3885-C768-03D8-9C7ADD8D1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096159"/>
              </p:ext>
            </p:extLst>
          </p:nvPr>
        </p:nvGraphicFramePr>
        <p:xfrm>
          <a:off x="4792669" y="4316315"/>
          <a:ext cx="296245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5">
                  <a:extLst>
                    <a:ext uri="{9D8B030D-6E8A-4147-A177-3AD203B41FA5}">
                      <a16:colId xmlns:a16="http://schemas.microsoft.com/office/drawing/2014/main" val="3923349578"/>
                    </a:ext>
                  </a:extLst>
                </a:gridCol>
                <a:gridCol w="437655">
                  <a:extLst>
                    <a:ext uri="{9D8B030D-6E8A-4147-A177-3AD203B41FA5}">
                      <a16:colId xmlns:a16="http://schemas.microsoft.com/office/drawing/2014/main" val="2221223964"/>
                    </a:ext>
                  </a:extLst>
                </a:gridCol>
                <a:gridCol w="428538">
                  <a:extLst>
                    <a:ext uri="{9D8B030D-6E8A-4147-A177-3AD203B41FA5}">
                      <a16:colId xmlns:a16="http://schemas.microsoft.com/office/drawing/2014/main" val="667545058"/>
                    </a:ext>
                  </a:extLst>
                </a:gridCol>
                <a:gridCol w="465009">
                  <a:extLst>
                    <a:ext uri="{9D8B030D-6E8A-4147-A177-3AD203B41FA5}">
                      <a16:colId xmlns:a16="http://schemas.microsoft.com/office/drawing/2014/main" val="2637724070"/>
                    </a:ext>
                  </a:extLst>
                </a:gridCol>
                <a:gridCol w="419420">
                  <a:extLst>
                    <a:ext uri="{9D8B030D-6E8A-4147-A177-3AD203B41FA5}">
                      <a16:colId xmlns:a16="http://schemas.microsoft.com/office/drawing/2014/main" val="2990707408"/>
                    </a:ext>
                  </a:extLst>
                </a:gridCol>
                <a:gridCol w="510598">
                  <a:extLst>
                    <a:ext uri="{9D8B030D-6E8A-4147-A177-3AD203B41FA5}">
                      <a16:colId xmlns:a16="http://schemas.microsoft.com/office/drawing/2014/main" val="1194915175"/>
                    </a:ext>
                  </a:extLst>
                </a:gridCol>
                <a:gridCol w="392066">
                  <a:extLst>
                    <a:ext uri="{9D8B030D-6E8A-4147-A177-3AD203B41FA5}">
                      <a16:colId xmlns:a16="http://schemas.microsoft.com/office/drawing/2014/main" val="3027381488"/>
                    </a:ext>
                  </a:extLst>
                </a:gridCol>
              </a:tblGrid>
              <a:tr h="2320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748846"/>
                  </a:ext>
                </a:extLst>
              </a:tr>
              <a:tr h="2317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775912"/>
                  </a:ext>
                </a:extLst>
              </a:tr>
              <a:tr h="2317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sng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sng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754064"/>
                  </a:ext>
                </a:extLst>
              </a:tr>
              <a:tr h="2317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221868"/>
                  </a:ext>
                </a:extLst>
              </a:tr>
              <a:tr h="2317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132892"/>
                  </a:ext>
                </a:extLst>
              </a:tr>
              <a:tr h="2317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sng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sng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241682"/>
                  </a:ext>
                </a:extLst>
              </a:tr>
              <a:tr h="2317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725513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F792435-A1F9-223F-11A9-4528F56837A4}"/>
              </a:ext>
            </a:extLst>
          </p:cNvPr>
          <p:cNvSpPr txBox="1"/>
          <p:nvPr/>
        </p:nvSpPr>
        <p:spPr>
          <a:xfrm>
            <a:off x="10802919" y="4789071"/>
            <a:ext cx="23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BE72BB-5F05-184F-59DA-7DA66015F79C}"/>
              </a:ext>
            </a:extLst>
          </p:cNvPr>
          <p:cNvSpPr txBox="1"/>
          <p:nvPr/>
        </p:nvSpPr>
        <p:spPr>
          <a:xfrm>
            <a:off x="11353800" y="4793343"/>
            <a:ext cx="23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2">
                <a:extLst>
                  <a:ext uri="{FF2B5EF4-FFF2-40B4-BE49-F238E27FC236}">
                    <a16:creationId xmlns:a16="http://schemas.microsoft.com/office/drawing/2014/main" id="{39086DFD-8F00-97F3-7C7A-FC6CA2C0D7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6760091"/>
                  </p:ext>
                </p:extLst>
              </p:nvPr>
            </p:nvGraphicFramePr>
            <p:xfrm>
              <a:off x="9627995" y="1393150"/>
              <a:ext cx="1940212" cy="1325564"/>
            </p:xfrm>
            <a:graphic>
              <a:graphicData uri="http://schemas.openxmlformats.org/drawingml/2006/table">
                <a:tbl>
                  <a:tblPr firstRow="1" bandRow="1">
                    <a:tableStyleId>{5DA37D80-6434-44D0-A028-1B22A696006F}</a:tableStyleId>
                  </a:tblPr>
                  <a:tblGrid>
                    <a:gridCol w="485053">
                      <a:extLst>
                        <a:ext uri="{9D8B030D-6E8A-4147-A177-3AD203B41FA5}">
                          <a16:colId xmlns:a16="http://schemas.microsoft.com/office/drawing/2014/main" val="75964411"/>
                        </a:ext>
                      </a:extLst>
                    </a:gridCol>
                    <a:gridCol w="485053">
                      <a:extLst>
                        <a:ext uri="{9D8B030D-6E8A-4147-A177-3AD203B41FA5}">
                          <a16:colId xmlns:a16="http://schemas.microsoft.com/office/drawing/2014/main" val="637353165"/>
                        </a:ext>
                      </a:extLst>
                    </a:gridCol>
                    <a:gridCol w="485053">
                      <a:extLst>
                        <a:ext uri="{9D8B030D-6E8A-4147-A177-3AD203B41FA5}">
                          <a16:colId xmlns:a16="http://schemas.microsoft.com/office/drawing/2014/main" val="77762792"/>
                        </a:ext>
                      </a:extLst>
                    </a:gridCol>
                    <a:gridCol w="485053">
                      <a:extLst>
                        <a:ext uri="{9D8B030D-6E8A-4147-A177-3AD203B41FA5}">
                          <a16:colId xmlns:a16="http://schemas.microsoft.com/office/drawing/2014/main" val="460249718"/>
                        </a:ext>
                      </a:extLst>
                    </a:gridCol>
                  </a:tblGrid>
                  <a:tr h="33139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4/9</m:t>
                                </m:r>
                              </m:oMath>
                            </m:oMathPara>
                          </a14:m>
                          <a:endParaRPr lang="en-US" sz="1400" b="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400" b="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400" b="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oMath>
                            </m:oMathPara>
                          </a14:m>
                          <a:endParaRPr lang="en-US" sz="1400" b="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0859209"/>
                      </a:ext>
                    </a:extLst>
                  </a:tr>
                  <a:tr h="33139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400" b="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4/9</m:t>
                                </m:r>
                              </m:oMath>
                            </m:oMathPara>
                          </a14:m>
                          <a:endParaRPr lang="en-US" sz="1400" b="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oMath>
                            </m:oMathPara>
                          </a14:m>
                          <a:endParaRPr lang="en-US" sz="1400" b="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400" b="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2853012"/>
                      </a:ext>
                    </a:extLst>
                  </a:tr>
                  <a:tr h="33139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400" b="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oMath>
                            </m:oMathPara>
                          </a14:m>
                          <a:endParaRPr lang="en-US" sz="1400" b="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4/9</m:t>
                                </m:r>
                              </m:oMath>
                            </m:oMathPara>
                          </a14:m>
                          <a:endParaRPr lang="en-US" sz="1400" b="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400" b="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76696395"/>
                      </a:ext>
                    </a:extLst>
                  </a:tr>
                  <a:tr h="33139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oMath>
                            </m:oMathPara>
                          </a14:m>
                          <a:endParaRPr lang="en-US" sz="1400" b="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400" b="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400" b="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4/9</m:t>
                                </m:r>
                              </m:oMath>
                            </m:oMathPara>
                          </a14:m>
                          <a:endParaRPr lang="en-US" sz="1400" b="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61235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2">
                <a:extLst>
                  <a:ext uri="{FF2B5EF4-FFF2-40B4-BE49-F238E27FC236}">
                    <a16:creationId xmlns:a16="http://schemas.microsoft.com/office/drawing/2014/main" id="{39086DFD-8F00-97F3-7C7A-FC6CA2C0D7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6760091"/>
                  </p:ext>
                </p:extLst>
              </p:nvPr>
            </p:nvGraphicFramePr>
            <p:xfrm>
              <a:off x="9627995" y="1393150"/>
              <a:ext cx="1940212" cy="1325564"/>
            </p:xfrm>
            <a:graphic>
              <a:graphicData uri="http://schemas.openxmlformats.org/drawingml/2006/table">
                <a:tbl>
                  <a:tblPr firstRow="1" bandRow="1">
                    <a:tableStyleId>{5DA37D80-6434-44D0-A028-1B22A696006F}</a:tableStyleId>
                  </a:tblPr>
                  <a:tblGrid>
                    <a:gridCol w="485053">
                      <a:extLst>
                        <a:ext uri="{9D8B030D-6E8A-4147-A177-3AD203B41FA5}">
                          <a16:colId xmlns:a16="http://schemas.microsoft.com/office/drawing/2014/main" val="75964411"/>
                        </a:ext>
                      </a:extLst>
                    </a:gridCol>
                    <a:gridCol w="485053">
                      <a:extLst>
                        <a:ext uri="{9D8B030D-6E8A-4147-A177-3AD203B41FA5}">
                          <a16:colId xmlns:a16="http://schemas.microsoft.com/office/drawing/2014/main" val="637353165"/>
                        </a:ext>
                      </a:extLst>
                    </a:gridCol>
                    <a:gridCol w="485053">
                      <a:extLst>
                        <a:ext uri="{9D8B030D-6E8A-4147-A177-3AD203B41FA5}">
                          <a16:colId xmlns:a16="http://schemas.microsoft.com/office/drawing/2014/main" val="77762792"/>
                        </a:ext>
                      </a:extLst>
                    </a:gridCol>
                    <a:gridCol w="485053">
                      <a:extLst>
                        <a:ext uri="{9D8B030D-6E8A-4147-A177-3AD203B41FA5}">
                          <a16:colId xmlns:a16="http://schemas.microsoft.com/office/drawing/2014/main" val="460249718"/>
                        </a:ext>
                      </a:extLst>
                    </a:gridCol>
                  </a:tblGrid>
                  <a:tr h="3313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0" t="-1818" r="-302500" b="-3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250" t="-1818" r="-202500" b="-3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3797" t="-1818" r="-105063" b="-3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1818" r="-3750" b="-3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0859209"/>
                      </a:ext>
                    </a:extLst>
                  </a:tr>
                  <a:tr h="3313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0" t="-103704" r="-302500" b="-20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250" t="-103704" r="-202500" b="-20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3797" t="-103704" r="-105063" b="-20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103704" r="-3750" b="-2074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853012"/>
                      </a:ext>
                    </a:extLst>
                  </a:tr>
                  <a:tr h="3313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0" t="-200000" r="-302500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250" t="-200000" r="-202500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3797" t="-200000" r="-105063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200000" r="-3750" b="-1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6696395"/>
                      </a:ext>
                    </a:extLst>
                  </a:tr>
                  <a:tr h="3313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0" t="-305556" r="-302500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250" t="-305556" r="-202500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3797" t="-305556" r="-105063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305556" r="-3750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612354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1" name="Graphic 20">
            <a:extLst>
              <a:ext uri="{FF2B5EF4-FFF2-40B4-BE49-F238E27FC236}">
                <a16:creationId xmlns:a16="http://schemas.microsoft.com/office/drawing/2014/main" id="{D48A523E-A18B-D604-C1F3-E2E433AF09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27995" y="3004814"/>
            <a:ext cx="1940212" cy="14833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Content Placeholder 6">
                <a:extLst>
                  <a:ext uri="{FF2B5EF4-FFF2-40B4-BE49-F238E27FC236}">
                    <a16:creationId xmlns:a16="http://schemas.microsoft.com/office/drawing/2014/main" id="{43DD77D0-F611-CF47-C6BE-90B1DD52571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258877322"/>
                  </p:ext>
                </p:extLst>
              </p:nvPr>
            </p:nvGraphicFramePr>
            <p:xfrm>
              <a:off x="715578" y="1751376"/>
              <a:ext cx="3945675" cy="23868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9821949"/>
                        </a:ext>
                      </a:extLst>
                    </a:gridCol>
                    <a:gridCol w="626338">
                      <a:extLst>
                        <a:ext uri="{9D8B030D-6E8A-4147-A177-3AD203B41FA5}">
                          <a16:colId xmlns:a16="http://schemas.microsoft.com/office/drawing/2014/main" val="1726307633"/>
                        </a:ext>
                      </a:extLst>
                    </a:gridCol>
                    <a:gridCol w="632538">
                      <a:extLst>
                        <a:ext uri="{9D8B030D-6E8A-4147-A177-3AD203B41FA5}">
                          <a16:colId xmlns:a16="http://schemas.microsoft.com/office/drawing/2014/main" val="723963217"/>
                        </a:ext>
                      </a:extLst>
                    </a:gridCol>
                    <a:gridCol w="601532">
                      <a:extLst>
                        <a:ext uri="{9D8B030D-6E8A-4147-A177-3AD203B41FA5}">
                          <a16:colId xmlns:a16="http://schemas.microsoft.com/office/drawing/2014/main" val="481587793"/>
                        </a:ext>
                      </a:extLst>
                    </a:gridCol>
                    <a:gridCol w="613935">
                      <a:extLst>
                        <a:ext uri="{9D8B030D-6E8A-4147-A177-3AD203B41FA5}">
                          <a16:colId xmlns:a16="http://schemas.microsoft.com/office/drawing/2014/main" val="2891453909"/>
                        </a:ext>
                      </a:extLst>
                    </a:gridCol>
                    <a:gridCol w="587392">
                      <a:extLst>
                        <a:ext uri="{9D8B030D-6E8A-4147-A177-3AD203B41FA5}">
                          <a16:colId xmlns:a16="http://schemas.microsoft.com/office/drawing/2014/main" val="2392347268"/>
                        </a:ext>
                      </a:extLst>
                    </a:gridCol>
                    <a:gridCol w="675660">
                      <a:extLst>
                        <a:ext uri="{9D8B030D-6E8A-4147-A177-3AD203B41FA5}">
                          <a16:colId xmlns:a16="http://schemas.microsoft.com/office/drawing/2014/main" val="2499040481"/>
                        </a:ext>
                      </a:extLst>
                    </a:gridCol>
                  </a:tblGrid>
                  <a:tr h="294497">
                    <a:tc>
                      <a:txBody>
                        <a:bodyPr/>
                        <a:lstStyle/>
                        <a:p>
                          <a:pPr algn="ctr"/>
                          <a:endParaRPr lang="en-IN" sz="12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1218757"/>
                      </a:ext>
                    </a:extLst>
                  </a:tr>
                  <a:tr h="294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19973824"/>
                      </a:ext>
                    </a:extLst>
                  </a:tr>
                  <a:tr h="4056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2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4/9</m:t>
                              </m:r>
                            </m:oMath>
                          </a14:m>
                          <a:r>
                            <a:rPr lang="en-US" sz="1200" b="0" i="0" dirty="0">
                              <a:latin typeface="+mj-lt"/>
                            </a:rPr>
                            <a:t>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2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1/9</m:t>
                              </m:r>
                            </m:oMath>
                          </a14:m>
                          <a:r>
                            <a:rPr lang="en-US" sz="1200" b="0" i="0" dirty="0">
                              <a:latin typeface="+mj-lt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2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2/9</m:t>
                              </m:r>
                            </m:oMath>
                          </a14:m>
                          <a:r>
                            <a:rPr lang="en-US" sz="1200" b="0" i="0" dirty="0">
                              <a:latin typeface="+mj-lt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3096119"/>
                      </a:ext>
                    </a:extLst>
                  </a:tr>
                  <a:tr h="294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034380"/>
                      </a:ext>
                    </a:extLst>
                  </a:tr>
                  <a:tr h="294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81601175"/>
                      </a:ext>
                    </a:extLst>
                  </a:tr>
                  <a:tr h="4056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10964214"/>
                      </a:ext>
                    </a:extLst>
                  </a:tr>
                  <a:tr h="294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15331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Content Placeholder 6">
                <a:extLst>
                  <a:ext uri="{FF2B5EF4-FFF2-40B4-BE49-F238E27FC236}">
                    <a16:creationId xmlns:a16="http://schemas.microsoft.com/office/drawing/2014/main" id="{43DD77D0-F611-CF47-C6BE-90B1DD52571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258877322"/>
                  </p:ext>
                </p:extLst>
              </p:nvPr>
            </p:nvGraphicFramePr>
            <p:xfrm>
              <a:off x="715578" y="1751376"/>
              <a:ext cx="3945675" cy="23868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9821949"/>
                        </a:ext>
                      </a:extLst>
                    </a:gridCol>
                    <a:gridCol w="626338">
                      <a:extLst>
                        <a:ext uri="{9D8B030D-6E8A-4147-A177-3AD203B41FA5}">
                          <a16:colId xmlns:a16="http://schemas.microsoft.com/office/drawing/2014/main" val="1726307633"/>
                        </a:ext>
                      </a:extLst>
                    </a:gridCol>
                    <a:gridCol w="632538">
                      <a:extLst>
                        <a:ext uri="{9D8B030D-6E8A-4147-A177-3AD203B41FA5}">
                          <a16:colId xmlns:a16="http://schemas.microsoft.com/office/drawing/2014/main" val="723963217"/>
                        </a:ext>
                      </a:extLst>
                    </a:gridCol>
                    <a:gridCol w="601532">
                      <a:extLst>
                        <a:ext uri="{9D8B030D-6E8A-4147-A177-3AD203B41FA5}">
                          <a16:colId xmlns:a16="http://schemas.microsoft.com/office/drawing/2014/main" val="481587793"/>
                        </a:ext>
                      </a:extLst>
                    </a:gridCol>
                    <a:gridCol w="613935">
                      <a:extLst>
                        <a:ext uri="{9D8B030D-6E8A-4147-A177-3AD203B41FA5}">
                          <a16:colId xmlns:a16="http://schemas.microsoft.com/office/drawing/2014/main" val="2891453909"/>
                        </a:ext>
                      </a:extLst>
                    </a:gridCol>
                    <a:gridCol w="587392">
                      <a:extLst>
                        <a:ext uri="{9D8B030D-6E8A-4147-A177-3AD203B41FA5}">
                          <a16:colId xmlns:a16="http://schemas.microsoft.com/office/drawing/2014/main" val="2392347268"/>
                        </a:ext>
                      </a:extLst>
                    </a:gridCol>
                    <a:gridCol w="675660">
                      <a:extLst>
                        <a:ext uri="{9D8B030D-6E8A-4147-A177-3AD203B41FA5}">
                          <a16:colId xmlns:a16="http://schemas.microsoft.com/office/drawing/2014/main" val="2499040481"/>
                        </a:ext>
                      </a:extLst>
                    </a:gridCol>
                  </a:tblGrid>
                  <a:tr h="294497">
                    <a:tc>
                      <a:txBody>
                        <a:bodyPr/>
                        <a:lstStyle/>
                        <a:p>
                          <a:pPr algn="ctr"/>
                          <a:endParaRPr lang="en-IN" sz="12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1218757"/>
                      </a:ext>
                    </a:extLst>
                  </a:tr>
                  <a:tr h="294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3981" t="-100000" r="-500000" b="-6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32692" t="-100000" r="-395192" b="-6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44444" t="-100000" r="-315152" b="-6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37624" t="-100000" r="-208911" b="-6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1997382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3981" t="-130667" r="-500000" b="-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32692" t="-130667" r="-395192" b="-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44444" t="-130667" r="-315152" b="-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37624" t="-130667" r="-208911" b="-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3096119"/>
                      </a:ext>
                    </a:extLst>
                  </a:tr>
                  <a:tr h="294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034380"/>
                      </a:ext>
                    </a:extLst>
                  </a:tr>
                  <a:tr h="294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3981" t="-451020" r="-500000" b="-263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32692" t="-451020" r="-395192" b="-263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44444" t="-451020" r="-315152" b="-263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37624" t="-451020" r="-208911" b="-263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8160117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3981" t="-360000" r="-500000" b="-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32692" t="-360000" r="-395192" b="-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44444" t="-360000" r="-315152" b="-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37624" t="-360000" r="-208911" b="-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10964214"/>
                      </a:ext>
                    </a:extLst>
                  </a:tr>
                  <a:tr h="294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153319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Content Placeholder 6">
                <a:extLst>
                  <a:ext uri="{FF2B5EF4-FFF2-40B4-BE49-F238E27FC236}">
                    <a16:creationId xmlns:a16="http://schemas.microsoft.com/office/drawing/2014/main" id="{D2890BEA-80B3-3597-69FC-1D754DE79F8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52960145"/>
                  </p:ext>
                </p:extLst>
              </p:nvPr>
            </p:nvGraphicFramePr>
            <p:xfrm>
              <a:off x="4793999" y="1729131"/>
              <a:ext cx="3945675" cy="23868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9821949"/>
                        </a:ext>
                      </a:extLst>
                    </a:gridCol>
                    <a:gridCol w="626338">
                      <a:extLst>
                        <a:ext uri="{9D8B030D-6E8A-4147-A177-3AD203B41FA5}">
                          <a16:colId xmlns:a16="http://schemas.microsoft.com/office/drawing/2014/main" val="1726307633"/>
                        </a:ext>
                      </a:extLst>
                    </a:gridCol>
                    <a:gridCol w="632538">
                      <a:extLst>
                        <a:ext uri="{9D8B030D-6E8A-4147-A177-3AD203B41FA5}">
                          <a16:colId xmlns:a16="http://schemas.microsoft.com/office/drawing/2014/main" val="723963217"/>
                        </a:ext>
                      </a:extLst>
                    </a:gridCol>
                    <a:gridCol w="601532">
                      <a:extLst>
                        <a:ext uri="{9D8B030D-6E8A-4147-A177-3AD203B41FA5}">
                          <a16:colId xmlns:a16="http://schemas.microsoft.com/office/drawing/2014/main" val="481587793"/>
                        </a:ext>
                      </a:extLst>
                    </a:gridCol>
                    <a:gridCol w="613935">
                      <a:extLst>
                        <a:ext uri="{9D8B030D-6E8A-4147-A177-3AD203B41FA5}">
                          <a16:colId xmlns:a16="http://schemas.microsoft.com/office/drawing/2014/main" val="2891453909"/>
                        </a:ext>
                      </a:extLst>
                    </a:gridCol>
                    <a:gridCol w="587392">
                      <a:extLst>
                        <a:ext uri="{9D8B030D-6E8A-4147-A177-3AD203B41FA5}">
                          <a16:colId xmlns:a16="http://schemas.microsoft.com/office/drawing/2014/main" val="2392347268"/>
                        </a:ext>
                      </a:extLst>
                    </a:gridCol>
                    <a:gridCol w="675660">
                      <a:extLst>
                        <a:ext uri="{9D8B030D-6E8A-4147-A177-3AD203B41FA5}">
                          <a16:colId xmlns:a16="http://schemas.microsoft.com/office/drawing/2014/main" val="2499040481"/>
                        </a:ext>
                      </a:extLst>
                    </a:gridCol>
                  </a:tblGrid>
                  <a:tr h="294497">
                    <a:tc>
                      <a:txBody>
                        <a:bodyPr/>
                        <a:lstStyle/>
                        <a:p>
                          <a:pPr algn="ctr"/>
                          <a:endParaRPr lang="en-IN" sz="12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1218757"/>
                      </a:ext>
                    </a:extLst>
                  </a:tr>
                  <a:tr h="294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19973824"/>
                      </a:ext>
                    </a:extLst>
                  </a:tr>
                  <a:tr h="4056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2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4/9</m:t>
                              </m:r>
                            </m:oMath>
                          </a14:m>
                          <a:r>
                            <a:rPr lang="en-US" sz="1200" b="0" i="0" dirty="0">
                              <a:latin typeface="+mj-lt"/>
                            </a:rPr>
                            <a:t> +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4/9</m:t>
                              </m:r>
                            </m:oMath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2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1/9</m:t>
                              </m:r>
                            </m:oMath>
                          </a14:m>
                          <a:r>
                            <a:rPr lang="en-US" sz="1200" b="0" i="0" dirty="0">
                              <a:latin typeface="+mj-lt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2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2/9</m:t>
                              </m:r>
                            </m:oMath>
                          </a14:m>
                          <a:r>
                            <a:rPr lang="en-US" sz="1200" b="0" i="0" dirty="0">
                              <a:latin typeface="+mj-lt"/>
                            </a:rPr>
                            <a:t> + </a:t>
                          </a:r>
                          <a14:m>
                            <m:oMath xmlns:m="http://schemas.openxmlformats.org/officeDocument/2006/math">
                              <m:r>
                                <a:rPr lang="en-IN" sz="12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/9</m:t>
                              </m:r>
                            </m:oMath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3096119"/>
                      </a:ext>
                    </a:extLst>
                  </a:tr>
                  <a:tr h="294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4/9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034380"/>
                      </a:ext>
                    </a:extLst>
                  </a:tr>
                  <a:tr h="294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81601175"/>
                      </a:ext>
                    </a:extLst>
                  </a:tr>
                  <a:tr h="4056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2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2/9</m:t>
                              </m:r>
                            </m:oMath>
                          </a14:m>
                          <a:r>
                            <a:rPr lang="en-US" sz="1200" b="0" i="0" dirty="0">
                              <a:latin typeface="+mj-lt"/>
                            </a:rPr>
                            <a:t> +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2/9</m:t>
                              </m:r>
                            </m:oMath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2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4/9</m:t>
                              </m:r>
                            </m:oMath>
                          </a14:m>
                          <a:r>
                            <a:rPr lang="en-US" sz="1200" b="0" i="0" dirty="0">
                              <a:latin typeface="+mj-lt"/>
                            </a:rPr>
                            <a:t> + </a:t>
                          </a:r>
                          <a14:m>
                            <m:oMath xmlns:m="http://schemas.openxmlformats.org/officeDocument/2006/math">
                              <m:r>
                                <a:rPr lang="en-IN" sz="12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2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/9</m:t>
                              </m:r>
                            </m:oMath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10964214"/>
                      </a:ext>
                    </a:extLst>
                  </a:tr>
                  <a:tr h="294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4/9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15331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Content Placeholder 6">
                <a:extLst>
                  <a:ext uri="{FF2B5EF4-FFF2-40B4-BE49-F238E27FC236}">
                    <a16:creationId xmlns:a16="http://schemas.microsoft.com/office/drawing/2014/main" id="{D2890BEA-80B3-3597-69FC-1D754DE79F8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52960145"/>
                  </p:ext>
                </p:extLst>
              </p:nvPr>
            </p:nvGraphicFramePr>
            <p:xfrm>
              <a:off x="4793999" y="1729131"/>
              <a:ext cx="3945675" cy="23868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9821949"/>
                        </a:ext>
                      </a:extLst>
                    </a:gridCol>
                    <a:gridCol w="626338">
                      <a:extLst>
                        <a:ext uri="{9D8B030D-6E8A-4147-A177-3AD203B41FA5}">
                          <a16:colId xmlns:a16="http://schemas.microsoft.com/office/drawing/2014/main" val="1726307633"/>
                        </a:ext>
                      </a:extLst>
                    </a:gridCol>
                    <a:gridCol w="632538">
                      <a:extLst>
                        <a:ext uri="{9D8B030D-6E8A-4147-A177-3AD203B41FA5}">
                          <a16:colId xmlns:a16="http://schemas.microsoft.com/office/drawing/2014/main" val="723963217"/>
                        </a:ext>
                      </a:extLst>
                    </a:gridCol>
                    <a:gridCol w="601532">
                      <a:extLst>
                        <a:ext uri="{9D8B030D-6E8A-4147-A177-3AD203B41FA5}">
                          <a16:colId xmlns:a16="http://schemas.microsoft.com/office/drawing/2014/main" val="481587793"/>
                        </a:ext>
                      </a:extLst>
                    </a:gridCol>
                    <a:gridCol w="613935">
                      <a:extLst>
                        <a:ext uri="{9D8B030D-6E8A-4147-A177-3AD203B41FA5}">
                          <a16:colId xmlns:a16="http://schemas.microsoft.com/office/drawing/2014/main" val="2891453909"/>
                        </a:ext>
                      </a:extLst>
                    </a:gridCol>
                    <a:gridCol w="587392">
                      <a:extLst>
                        <a:ext uri="{9D8B030D-6E8A-4147-A177-3AD203B41FA5}">
                          <a16:colId xmlns:a16="http://schemas.microsoft.com/office/drawing/2014/main" val="2392347268"/>
                        </a:ext>
                      </a:extLst>
                    </a:gridCol>
                    <a:gridCol w="675660">
                      <a:extLst>
                        <a:ext uri="{9D8B030D-6E8A-4147-A177-3AD203B41FA5}">
                          <a16:colId xmlns:a16="http://schemas.microsoft.com/office/drawing/2014/main" val="2499040481"/>
                        </a:ext>
                      </a:extLst>
                    </a:gridCol>
                  </a:tblGrid>
                  <a:tr h="294497">
                    <a:tc>
                      <a:txBody>
                        <a:bodyPr/>
                        <a:lstStyle/>
                        <a:p>
                          <a:pPr algn="ctr"/>
                          <a:endParaRPr lang="en-IN" sz="12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1218757"/>
                      </a:ext>
                    </a:extLst>
                  </a:tr>
                  <a:tr h="294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1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3981" t="-100000" r="-500000" b="-6163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32692" t="-100000" r="-395192" b="-6163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44444" t="-100000" r="-315152" b="-6163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37624" t="-100000" r="-208911" b="-6163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1997382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2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3981" t="-130667" r="-500000" b="-3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32692" t="-130667" r="-395192" b="-3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44444" t="-130667" r="-315152" b="-3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37624" t="-130667" r="-208911" b="-3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60417" t="-130667" r="-119792" b="-3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84685" t="-130667" r="-3604" b="-30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3096119"/>
                      </a:ext>
                    </a:extLst>
                  </a:tr>
                  <a:tr h="294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3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3981" t="-353061" r="-500000" b="-363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32692" t="-353061" r="-395192" b="-363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44444" t="-353061" r="-315152" b="-363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37624" t="-353061" r="-208911" b="-363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034380"/>
                      </a:ext>
                    </a:extLst>
                  </a:tr>
                  <a:tr h="294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4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3981" t="-462500" r="-500000" b="-270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32692" t="-462500" r="-395192" b="-270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44444" t="-462500" r="-315152" b="-270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37624" t="-462500" r="-208911" b="-270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8160117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5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3981" t="-355263" r="-500000" b="-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32692" t="-355263" r="-395192" b="-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44444" t="-355263" r="-315152" b="-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37624" t="-355263" r="-208911" b="-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60417" t="-355263" r="-119792" b="-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84685" t="-355263" r="-3604" b="-7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0964214"/>
                      </a:ext>
                    </a:extLst>
                  </a:tr>
                  <a:tr h="294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200" b="1" dirty="0">
                              <a:latin typeface="+mj-lt"/>
                            </a:rPr>
                            <a:t>6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3981" t="-720833" r="-500000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32692" t="-720833" r="-395192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44444" t="-720833" r="-315152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37624" t="-720833" r="-208911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153319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27BF6FF-CF8D-76E4-76B1-3136264CF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729281"/>
              </p:ext>
            </p:extLst>
          </p:nvPr>
        </p:nvGraphicFramePr>
        <p:xfrm>
          <a:off x="715578" y="4316315"/>
          <a:ext cx="296245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5">
                  <a:extLst>
                    <a:ext uri="{9D8B030D-6E8A-4147-A177-3AD203B41FA5}">
                      <a16:colId xmlns:a16="http://schemas.microsoft.com/office/drawing/2014/main" val="3923349578"/>
                    </a:ext>
                  </a:extLst>
                </a:gridCol>
                <a:gridCol w="437655">
                  <a:extLst>
                    <a:ext uri="{9D8B030D-6E8A-4147-A177-3AD203B41FA5}">
                      <a16:colId xmlns:a16="http://schemas.microsoft.com/office/drawing/2014/main" val="2221223964"/>
                    </a:ext>
                  </a:extLst>
                </a:gridCol>
                <a:gridCol w="428538">
                  <a:extLst>
                    <a:ext uri="{9D8B030D-6E8A-4147-A177-3AD203B41FA5}">
                      <a16:colId xmlns:a16="http://schemas.microsoft.com/office/drawing/2014/main" val="667545058"/>
                    </a:ext>
                  </a:extLst>
                </a:gridCol>
                <a:gridCol w="465009">
                  <a:extLst>
                    <a:ext uri="{9D8B030D-6E8A-4147-A177-3AD203B41FA5}">
                      <a16:colId xmlns:a16="http://schemas.microsoft.com/office/drawing/2014/main" val="2637724070"/>
                    </a:ext>
                  </a:extLst>
                </a:gridCol>
                <a:gridCol w="419420">
                  <a:extLst>
                    <a:ext uri="{9D8B030D-6E8A-4147-A177-3AD203B41FA5}">
                      <a16:colId xmlns:a16="http://schemas.microsoft.com/office/drawing/2014/main" val="2990707408"/>
                    </a:ext>
                  </a:extLst>
                </a:gridCol>
                <a:gridCol w="510598">
                  <a:extLst>
                    <a:ext uri="{9D8B030D-6E8A-4147-A177-3AD203B41FA5}">
                      <a16:colId xmlns:a16="http://schemas.microsoft.com/office/drawing/2014/main" val="1194915175"/>
                    </a:ext>
                  </a:extLst>
                </a:gridCol>
                <a:gridCol w="392066">
                  <a:extLst>
                    <a:ext uri="{9D8B030D-6E8A-4147-A177-3AD203B41FA5}">
                      <a16:colId xmlns:a16="http://schemas.microsoft.com/office/drawing/2014/main" val="3027381488"/>
                    </a:ext>
                  </a:extLst>
                </a:gridCol>
              </a:tblGrid>
              <a:tr h="2320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748846"/>
                  </a:ext>
                </a:extLst>
              </a:tr>
              <a:tr h="2317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775912"/>
                  </a:ext>
                </a:extLst>
              </a:tr>
              <a:tr h="2317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754064"/>
                  </a:ext>
                </a:extLst>
              </a:tr>
              <a:tr h="2317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221868"/>
                  </a:ext>
                </a:extLst>
              </a:tr>
              <a:tr h="2317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132892"/>
                  </a:ext>
                </a:extLst>
              </a:tr>
              <a:tr h="2317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241682"/>
                  </a:ext>
                </a:extLst>
              </a:tr>
              <a:tr h="231757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725513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3D381D1-9A16-9F00-79C0-4FDB09A20B91}"/>
              </a:ext>
            </a:extLst>
          </p:cNvPr>
          <p:cNvSpPr txBox="1"/>
          <p:nvPr/>
        </p:nvSpPr>
        <p:spPr>
          <a:xfrm rot="16200000">
            <a:off x="-49271" y="2838103"/>
            <a:ext cx="1255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Values matrix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52F23E-7530-CD05-430D-646A1CEE2503}"/>
              </a:ext>
            </a:extLst>
          </p:cNvPr>
          <p:cNvSpPr txBox="1"/>
          <p:nvPr/>
        </p:nvSpPr>
        <p:spPr>
          <a:xfrm rot="16200000">
            <a:off x="-409317" y="5099543"/>
            <a:ext cx="1966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Column indices matrix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27B62A-9689-E208-A6DB-DD29C9B33850}"/>
              </a:ext>
            </a:extLst>
          </p:cNvPr>
          <p:cNvSpPr txBox="1"/>
          <p:nvPr/>
        </p:nvSpPr>
        <p:spPr>
          <a:xfrm>
            <a:off x="1428951" y="1393150"/>
            <a:ext cx="261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Assembling Element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A8A0ED-AF70-2B38-B108-44C9CBAAB522}"/>
              </a:ext>
            </a:extLst>
          </p:cNvPr>
          <p:cNvSpPr txBox="1"/>
          <p:nvPr/>
        </p:nvSpPr>
        <p:spPr>
          <a:xfrm>
            <a:off x="5415077" y="1381129"/>
            <a:ext cx="261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Assembling Element 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5CAEEA-F14B-19E2-509D-DBEA15E9668A}"/>
              </a:ext>
            </a:extLst>
          </p:cNvPr>
          <p:cNvSpPr txBox="1"/>
          <p:nvPr/>
        </p:nvSpPr>
        <p:spPr>
          <a:xfrm>
            <a:off x="9345850" y="2748197"/>
            <a:ext cx="2743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12(a): </a:t>
            </a:r>
            <a:r>
              <a:rPr lang="en-IN" sz="1200" dirty="0">
                <a:latin typeface="+mj-lt"/>
              </a:rPr>
              <a:t>Element-level Mass matrix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547E06-6E21-3226-1FA2-992876D815E5}"/>
              </a:ext>
            </a:extLst>
          </p:cNvPr>
          <p:cNvSpPr txBox="1"/>
          <p:nvPr/>
        </p:nvSpPr>
        <p:spPr>
          <a:xfrm>
            <a:off x="9559792" y="5857966"/>
            <a:ext cx="2486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12(c): </a:t>
            </a:r>
            <a:r>
              <a:rPr lang="en-IN" sz="1200" dirty="0">
                <a:latin typeface="+mj-lt"/>
              </a:rPr>
              <a:t>Connectivity matrix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62F97D-61B6-5A03-6230-B5ADA4E8A38E}"/>
              </a:ext>
            </a:extLst>
          </p:cNvPr>
          <p:cNvSpPr txBox="1"/>
          <p:nvPr/>
        </p:nvSpPr>
        <p:spPr>
          <a:xfrm>
            <a:off x="9783179" y="4425388"/>
            <a:ext cx="1677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12(b): </a:t>
            </a:r>
            <a:r>
              <a:rPr lang="en-IN" sz="1200" dirty="0">
                <a:latin typeface="+mj-lt"/>
              </a:rPr>
              <a:t>Domain</a:t>
            </a:r>
          </a:p>
        </p:txBody>
      </p:sp>
    </p:spTree>
    <p:extLst>
      <p:ext uri="{BB962C8B-B14F-4D97-AF65-F5344CB8AC3E}">
        <p14:creationId xmlns:p14="http://schemas.microsoft.com/office/powerpoint/2010/main" val="2495974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D69C95FB-DFD9-FADA-B6DE-C11457078AA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81335221"/>
                  </p:ext>
                </p:extLst>
              </p:nvPr>
            </p:nvGraphicFramePr>
            <p:xfrm>
              <a:off x="838200" y="1723709"/>
              <a:ext cx="4423263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9821949"/>
                        </a:ext>
                      </a:extLst>
                    </a:gridCol>
                    <a:gridCol w="706375">
                      <a:extLst>
                        <a:ext uri="{9D8B030D-6E8A-4147-A177-3AD203B41FA5}">
                          <a16:colId xmlns:a16="http://schemas.microsoft.com/office/drawing/2014/main" val="1726307633"/>
                        </a:ext>
                      </a:extLst>
                    </a:gridCol>
                    <a:gridCol w="713368">
                      <a:extLst>
                        <a:ext uri="{9D8B030D-6E8A-4147-A177-3AD203B41FA5}">
                          <a16:colId xmlns:a16="http://schemas.microsoft.com/office/drawing/2014/main" val="723963217"/>
                        </a:ext>
                      </a:extLst>
                    </a:gridCol>
                    <a:gridCol w="678399">
                      <a:extLst>
                        <a:ext uri="{9D8B030D-6E8A-4147-A177-3AD203B41FA5}">
                          <a16:colId xmlns:a16="http://schemas.microsoft.com/office/drawing/2014/main" val="481587793"/>
                        </a:ext>
                      </a:extLst>
                    </a:gridCol>
                    <a:gridCol w="692388">
                      <a:extLst>
                        <a:ext uri="{9D8B030D-6E8A-4147-A177-3AD203B41FA5}">
                          <a16:colId xmlns:a16="http://schemas.microsoft.com/office/drawing/2014/main" val="2891453909"/>
                        </a:ext>
                      </a:extLst>
                    </a:gridCol>
                    <a:gridCol w="662453">
                      <a:extLst>
                        <a:ext uri="{9D8B030D-6E8A-4147-A177-3AD203B41FA5}">
                          <a16:colId xmlns:a16="http://schemas.microsoft.com/office/drawing/2014/main" val="2392347268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499040481"/>
                        </a:ext>
                      </a:extLst>
                    </a:gridCol>
                  </a:tblGrid>
                  <a:tr h="326136"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1218757"/>
                      </a:ext>
                    </a:extLst>
                  </a:tr>
                  <a:tr h="326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1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19973824"/>
                      </a:ext>
                    </a:extLst>
                  </a:tr>
                  <a:tr h="326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2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IN" sz="12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/9</m:t>
                              </m:r>
                            </m:oMath>
                          </a14:m>
                          <a:r>
                            <a:rPr lang="en-US" sz="1200" b="0" i="0" dirty="0">
                              <a:solidFill>
                                <a:schemeClr val="accent4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3096119"/>
                      </a:ext>
                    </a:extLst>
                  </a:tr>
                  <a:tr h="326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3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034380"/>
                      </a:ext>
                    </a:extLst>
                  </a:tr>
                  <a:tr h="326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4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81601175"/>
                      </a:ext>
                    </a:extLst>
                  </a:tr>
                  <a:tr h="326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5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2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10964214"/>
                      </a:ext>
                    </a:extLst>
                  </a:tr>
                  <a:tr h="326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6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4/9</m:t>
                                </m:r>
                              </m:oMath>
                            </m:oMathPara>
                          </a14:m>
                          <a:endParaRPr lang="en-US" sz="1200" b="0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15331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D69C95FB-DFD9-FADA-B6DE-C11457078AA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81335221"/>
                  </p:ext>
                </p:extLst>
              </p:nvPr>
            </p:nvGraphicFramePr>
            <p:xfrm>
              <a:off x="838200" y="1723709"/>
              <a:ext cx="4423263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339821949"/>
                        </a:ext>
                      </a:extLst>
                    </a:gridCol>
                    <a:gridCol w="706375">
                      <a:extLst>
                        <a:ext uri="{9D8B030D-6E8A-4147-A177-3AD203B41FA5}">
                          <a16:colId xmlns:a16="http://schemas.microsoft.com/office/drawing/2014/main" val="1726307633"/>
                        </a:ext>
                      </a:extLst>
                    </a:gridCol>
                    <a:gridCol w="713368">
                      <a:extLst>
                        <a:ext uri="{9D8B030D-6E8A-4147-A177-3AD203B41FA5}">
                          <a16:colId xmlns:a16="http://schemas.microsoft.com/office/drawing/2014/main" val="723963217"/>
                        </a:ext>
                      </a:extLst>
                    </a:gridCol>
                    <a:gridCol w="678399">
                      <a:extLst>
                        <a:ext uri="{9D8B030D-6E8A-4147-A177-3AD203B41FA5}">
                          <a16:colId xmlns:a16="http://schemas.microsoft.com/office/drawing/2014/main" val="481587793"/>
                        </a:ext>
                      </a:extLst>
                    </a:gridCol>
                    <a:gridCol w="692388">
                      <a:extLst>
                        <a:ext uri="{9D8B030D-6E8A-4147-A177-3AD203B41FA5}">
                          <a16:colId xmlns:a16="http://schemas.microsoft.com/office/drawing/2014/main" val="2891453909"/>
                        </a:ext>
                      </a:extLst>
                    </a:gridCol>
                    <a:gridCol w="662453">
                      <a:extLst>
                        <a:ext uri="{9D8B030D-6E8A-4147-A177-3AD203B41FA5}">
                          <a16:colId xmlns:a16="http://schemas.microsoft.com/office/drawing/2014/main" val="2392347268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49904048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12187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1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72" t="-108333" r="-500862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7966" t="-108333" r="-392373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2342" t="-108333" r="-317117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3333" t="-108333" r="-208772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1997382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2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72" t="-208333" r="-500862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7966" t="-208333" r="-39237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2342" t="-208333" r="-31711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3333" t="-208333" r="-208772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3211" t="-208333" r="-118349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2400" t="-208333" r="-3200" b="-4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309611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3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72" t="-303279" r="-500862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7966" t="-303279" r="-39237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2342" t="-303279" r="-317117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3333" t="-303279" r="-208772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03438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4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72" t="-410000" r="-500862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7966" t="-410000" r="-39237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2342" t="-410000" r="-31711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3333" t="-410000" r="-208772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816011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5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72" t="-510000" r="-500862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7966" t="-510000" r="-392373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2342" t="-510000" r="-317117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3333" t="-510000" r="-208772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3211" t="-510000" r="-118349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2400" t="-510000" r="-3200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096421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6</a:t>
                          </a: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72" t="-610000" r="-500862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7966" t="-610000" r="-392373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2342" t="-610000" r="-317117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3333" t="-610000" r="-208772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b="0" i="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IN" sz="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15331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B7D23-2D46-78B5-127E-4388475EB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EE145-4C95-43EE-BD94-0C4409C04342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E6648-615F-AC46-1557-71C5B543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FE8F4-57D8-B81B-D7C3-584414FC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24</a:t>
            </a:fld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E4208D-5681-1407-4EE4-543546455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493982"/>
              </p:ext>
            </p:extLst>
          </p:nvPr>
        </p:nvGraphicFramePr>
        <p:xfrm>
          <a:off x="7872969" y="1690688"/>
          <a:ext cx="309474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71">
                  <a:extLst>
                    <a:ext uri="{9D8B030D-6E8A-4147-A177-3AD203B41FA5}">
                      <a16:colId xmlns:a16="http://schemas.microsoft.com/office/drawing/2014/main" val="35256746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109825413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57075475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4026728614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424975149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120863949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571910628"/>
                    </a:ext>
                  </a:extLst>
                </a:gridCol>
              </a:tblGrid>
              <a:tr h="293751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085486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b="0" u="non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b="0" u="non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249669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chemeClr val="accent4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chemeClr val="accent4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chemeClr val="accent4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chemeClr val="accent4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chemeClr val="accent4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chemeClr val="accent4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2703217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b="0" u="non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b="0" u="non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641624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chemeClr val="accent4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chemeClr val="accent4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chemeClr val="accent4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chemeClr val="accent4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b="0" u="non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b="0" u="non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572548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7475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chemeClr val="accent4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chemeClr val="accent4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chemeClr val="accent4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none" dirty="0">
                          <a:solidFill>
                            <a:schemeClr val="accent4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b="0" u="non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b="0" u="non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8765419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C1452B7-87D4-BEEF-FD94-3C530C507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756094"/>
              </p:ext>
            </p:extLst>
          </p:nvPr>
        </p:nvGraphicFramePr>
        <p:xfrm>
          <a:off x="4931015" y="4459704"/>
          <a:ext cx="31936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230">
                  <a:extLst>
                    <a:ext uri="{9D8B030D-6E8A-4147-A177-3AD203B41FA5}">
                      <a16:colId xmlns:a16="http://schemas.microsoft.com/office/drawing/2014/main" val="3524205819"/>
                    </a:ext>
                  </a:extLst>
                </a:gridCol>
                <a:gridCol w="456230">
                  <a:extLst>
                    <a:ext uri="{9D8B030D-6E8A-4147-A177-3AD203B41FA5}">
                      <a16:colId xmlns:a16="http://schemas.microsoft.com/office/drawing/2014/main" val="1277662275"/>
                    </a:ext>
                  </a:extLst>
                </a:gridCol>
                <a:gridCol w="456230">
                  <a:extLst>
                    <a:ext uri="{9D8B030D-6E8A-4147-A177-3AD203B41FA5}">
                      <a16:colId xmlns:a16="http://schemas.microsoft.com/office/drawing/2014/main" val="2480713339"/>
                    </a:ext>
                  </a:extLst>
                </a:gridCol>
                <a:gridCol w="456230">
                  <a:extLst>
                    <a:ext uri="{9D8B030D-6E8A-4147-A177-3AD203B41FA5}">
                      <a16:colId xmlns:a16="http://schemas.microsoft.com/office/drawing/2014/main" val="2404324794"/>
                    </a:ext>
                  </a:extLst>
                </a:gridCol>
                <a:gridCol w="456230">
                  <a:extLst>
                    <a:ext uri="{9D8B030D-6E8A-4147-A177-3AD203B41FA5}">
                      <a16:colId xmlns:a16="http://schemas.microsoft.com/office/drawing/2014/main" val="3517260920"/>
                    </a:ext>
                  </a:extLst>
                </a:gridCol>
                <a:gridCol w="456230">
                  <a:extLst>
                    <a:ext uri="{9D8B030D-6E8A-4147-A177-3AD203B41FA5}">
                      <a16:colId xmlns:a16="http://schemas.microsoft.com/office/drawing/2014/main" val="3891536325"/>
                    </a:ext>
                  </a:extLst>
                </a:gridCol>
                <a:gridCol w="456230">
                  <a:extLst>
                    <a:ext uri="{9D8B030D-6E8A-4147-A177-3AD203B41FA5}">
                      <a16:colId xmlns:a16="http://schemas.microsoft.com/office/drawing/2014/main" val="3037849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9183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A58093AB-6371-3ED1-406A-AD97B053DC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33728"/>
                  </p:ext>
                </p:extLst>
              </p:nvPr>
            </p:nvGraphicFramePr>
            <p:xfrm>
              <a:off x="1809171" y="4930058"/>
              <a:ext cx="44797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7970">
                      <a:extLst>
                        <a:ext uri="{9D8B030D-6E8A-4147-A177-3AD203B41FA5}">
                          <a16:colId xmlns:a16="http://schemas.microsoft.com/office/drawing/2014/main" val="2300273537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2617075320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1360157686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543760307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708747686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1860272427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212681550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400150405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690734219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4674173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IN" sz="12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12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2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𝟗</m:t>
                              </m:r>
                            </m:oMath>
                          </a14:m>
                          <a:r>
                            <a:rPr lang="en-US" sz="1200" b="1" i="0" dirty="0">
                              <a:solidFill>
                                <a:schemeClr val="accent4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5465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A58093AB-6371-3ED1-406A-AD97B053DC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33728"/>
                  </p:ext>
                </p:extLst>
              </p:nvPr>
            </p:nvGraphicFramePr>
            <p:xfrm>
              <a:off x="1809171" y="4930058"/>
              <a:ext cx="44797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7970">
                      <a:extLst>
                        <a:ext uri="{9D8B030D-6E8A-4147-A177-3AD203B41FA5}">
                          <a16:colId xmlns:a16="http://schemas.microsoft.com/office/drawing/2014/main" val="2300273537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2617075320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1360157686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543760307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708747686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1860272427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212681550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400150405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690734219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4674173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51" t="-1613" r="-897297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740" t="-1613" r="-80958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613" r="-69864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4110" t="-1613" r="-60821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8649" t="-1613" r="-5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8649" t="-1613" r="-4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6849" t="-1613" r="-30547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7297" t="-1613" r="-201351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8219" t="-1613" r="-10411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95946" t="-1613" r="-2703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54650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F2B6741C-8862-83E3-CA2E-874EB75383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57139"/>
                  </p:ext>
                </p:extLst>
              </p:nvPr>
            </p:nvGraphicFramePr>
            <p:xfrm>
              <a:off x="1809171" y="5350481"/>
              <a:ext cx="358376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7970">
                      <a:extLst>
                        <a:ext uri="{9D8B030D-6E8A-4147-A177-3AD203B41FA5}">
                          <a16:colId xmlns:a16="http://schemas.microsoft.com/office/drawing/2014/main" val="3012006421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2437839420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1529742525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2787553335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52025714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2593894583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1600039207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2464152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445294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F2B6741C-8862-83E3-CA2E-874EB75383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57139"/>
                  </p:ext>
                </p:extLst>
              </p:nvPr>
            </p:nvGraphicFramePr>
            <p:xfrm>
              <a:off x="1809171" y="5350481"/>
              <a:ext cx="358376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7970">
                      <a:extLst>
                        <a:ext uri="{9D8B030D-6E8A-4147-A177-3AD203B41FA5}">
                          <a16:colId xmlns:a16="http://schemas.microsoft.com/office/drawing/2014/main" val="3012006421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2437839420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1529742525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2787553335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52025714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2593894583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1600039207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2464152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51" t="-1613" r="-69864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740" t="-1613" r="-60821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613" r="-5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613" r="-4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5479" t="-1613" r="-30547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8649" t="-1613" r="-201351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6849" t="-1613" r="-10411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7297" t="-1613" r="-2703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5294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146FFC28-AD44-6727-1A06-7882B9B15F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2067105"/>
                  </p:ext>
                </p:extLst>
              </p:nvPr>
            </p:nvGraphicFramePr>
            <p:xfrm>
              <a:off x="1809171" y="5786481"/>
              <a:ext cx="44797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7970">
                      <a:extLst>
                        <a:ext uri="{9D8B030D-6E8A-4147-A177-3AD203B41FA5}">
                          <a16:colId xmlns:a16="http://schemas.microsoft.com/office/drawing/2014/main" val="2300273537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2617075320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1360157686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543760307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708747686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1860272427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212681550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400150405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690734219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4674173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1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200" b="1" i="0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5465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146FFC28-AD44-6727-1A06-7882B9B15F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2067105"/>
                  </p:ext>
                </p:extLst>
              </p:nvPr>
            </p:nvGraphicFramePr>
            <p:xfrm>
              <a:off x="1809171" y="5786481"/>
              <a:ext cx="44797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7970">
                      <a:extLst>
                        <a:ext uri="{9D8B030D-6E8A-4147-A177-3AD203B41FA5}">
                          <a16:colId xmlns:a16="http://schemas.microsoft.com/office/drawing/2014/main" val="2300273537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2617075320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1360157686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543760307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708747686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1860272427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212681550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400150405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3690734219"/>
                        </a:ext>
                      </a:extLst>
                    </a:gridCol>
                    <a:gridCol w="447970">
                      <a:extLst>
                        <a:ext uri="{9D8B030D-6E8A-4147-A177-3AD203B41FA5}">
                          <a16:colId xmlns:a16="http://schemas.microsoft.com/office/drawing/2014/main" val="4674173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351" t="-1613" r="-897297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740" t="-1613" r="-80958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613" r="-69864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4110" t="-1613" r="-60821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8649" t="-1613" r="-5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8649" t="-1613" r="-4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6849" t="-1613" r="-30547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7297" t="-1613" r="-201351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8219" t="-1613" r="-10411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95946" t="-1613" r="-2703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546508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62E264B-823D-9322-6566-290927A45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015946"/>
              </p:ext>
            </p:extLst>
          </p:nvPr>
        </p:nvGraphicFramePr>
        <p:xfrm>
          <a:off x="6770825" y="4930058"/>
          <a:ext cx="44797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970">
                  <a:extLst>
                    <a:ext uri="{9D8B030D-6E8A-4147-A177-3AD203B41FA5}">
                      <a16:colId xmlns:a16="http://schemas.microsoft.com/office/drawing/2014/main" val="2300273537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2617075320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1360157686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3543760307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708747686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1860272427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3212681550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3400150405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3690734219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467417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chemeClr val="accent4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chemeClr val="accent4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chemeClr val="accent4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chemeClr val="accent4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chemeClr val="accent4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chemeClr val="accent4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465086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E67709C-F3CC-F312-611F-9EC01B746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76824"/>
              </p:ext>
            </p:extLst>
          </p:nvPr>
        </p:nvGraphicFramePr>
        <p:xfrm>
          <a:off x="6770825" y="5350481"/>
          <a:ext cx="3583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970">
                  <a:extLst>
                    <a:ext uri="{9D8B030D-6E8A-4147-A177-3AD203B41FA5}">
                      <a16:colId xmlns:a16="http://schemas.microsoft.com/office/drawing/2014/main" val="3012006421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2437839420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1529742525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2787553335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352025714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2593894583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1600039207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24641529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chemeClr val="accent4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chemeClr val="accent4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chemeClr val="accent4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chemeClr val="accent4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529451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C42C646-EF78-74ED-EF7F-82C8E0BDA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128078"/>
              </p:ext>
            </p:extLst>
          </p:nvPr>
        </p:nvGraphicFramePr>
        <p:xfrm>
          <a:off x="6770825" y="5786481"/>
          <a:ext cx="44797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970">
                  <a:extLst>
                    <a:ext uri="{9D8B030D-6E8A-4147-A177-3AD203B41FA5}">
                      <a16:colId xmlns:a16="http://schemas.microsoft.com/office/drawing/2014/main" val="2300273537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2617075320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1360157686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3543760307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708747686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1860272427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3212681550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3400150405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3690734219"/>
                    </a:ext>
                  </a:extLst>
                </a:gridCol>
                <a:gridCol w="447970">
                  <a:extLst>
                    <a:ext uri="{9D8B030D-6E8A-4147-A177-3AD203B41FA5}">
                      <a16:colId xmlns:a16="http://schemas.microsoft.com/office/drawing/2014/main" val="467417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chemeClr val="accent4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chemeClr val="accent4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chemeClr val="accent4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u="none" dirty="0">
                          <a:solidFill>
                            <a:schemeClr val="accent4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465086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477E129B-3D1D-783F-A007-D639C4EEA1F1}"/>
              </a:ext>
            </a:extLst>
          </p:cNvPr>
          <p:cNvSpPr txBox="1"/>
          <p:nvPr/>
        </p:nvSpPr>
        <p:spPr>
          <a:xfrm>
            <a:off x="5901187" y="4127135"/>
            <a:ext cx="1640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+mj-lt"/>
              </a:rPr>
              <a:t>Row Pointer Array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2F61A9-A1EF-B920-8038-A2DA529C2EFA}"/>
              </a:ext>
            </a:extLst>
          </p:cNvPr>
          <p:cNvSpPr txBox="1"/>
          <p:nvPr/>
        </p:nvSpPr>
        <p:spPr>
          <a:xfrm>
            <a:off x="3015511" y="4572698"/>
            <a:ext cx="1640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+mj-lt"/>
              </a:rPr>
              <a:t>Values Array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2C12AC-642A-3B7C-873B-55B48ACC14F1}"/>
              </a:ext>
            </a:extLst>
          </p:cNvPr>
          <p:cNvSpPr txBox="1"/>
          <p:nvPr/>
        </p:nvSpPr>
        <p:spPr>
          <a:xfrm>
            <a:off x="8251423" y="4622280"/>
            <a:ext cx="1901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+mj-lt"/>
              </a:rPr>
              <a:t>Column Indices Array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CF8BEFD-ADA1-4019-8A21-01D6602AD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6242"/>
          </a:xfrm>
        </p:spPr>
        <p:txBody>
          <a:bodyPr>
            <a:no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Converting Compressed Matrix to CSR Matrix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0D99B5-CD42-D83E-5B5A-0A7639778081}"/>
              </a:ext>
            </a:extLst>
          </p:cNvPr>
          <p:cNvSpPr txBox="1"/>
          <p:nvPr/>
        </p:nvSpPr>
        <p:spPr>
          <a:xfrm>
            <a:off x="2459895" y="1404930"/>
            <a:ext cx="1255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Values matrix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5B768B-C9DE-02CC-DA1F-79FB554A03B1}"/>
              </a:ext>
            </a:extLst>
          </p:cNvPr>
          <p:cNvSpPr txBox="1"/>
          <p:nvPr/>
        </p:nvSpPr>
        <p:spPr>
          <a:xfrm>
            <a:off x="8415834" y="1358119"/>
            <a:ext cx="1966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Column indices matrix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AF2730-35F8-8790-9AEF-F0C975AE79E1}"/>
              </a:ext>
            </a:extLst>
          </p:cNvPr>
          <p:cNvSpPr txBox="1"/>
          <p:nvPr/>
        </p:nvSpPr>
        <p:spPr>
          <a:xfrm>
            <a:off x="5592981" y="1921242"/>
            <a:ext cx="20079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Compressed Matrix sorted in ascending order of column indices for each row</a:t>
            </a:r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177C0A26-8DDE-04A6-102E-4A959AA3348B}"/>
              </a:ext>
            </a:extLst>
          </p:cNvPr>
          <p:cNvSpPr/>
          <p:nvPr/>
        </p:nvSpPr>
        <p:spPr>
          <a:xfrm>
            <a:off x="6371088" y="3074378"/>
            <a:ext cx="313464" cy="9314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F7B54588-0AF7-F7CE-32CE-A32C1B3757E1}"/>
              </a:ext>
            </a:extLst>
          </p:cNvPr>
          <p:cNvSpPr/>
          <p:nvPr/>
        </p:nvSpPr>
        <p:spPr>
          <a:xfrm>
            <a:off x="5392931" y="1809946"/>
            <a:ext cx="272071" cy="2441062"/>
          </a:xfrm>
          <a:prstGeom prst="rightBrace">
            <a:avLst>
              <a:gd name="adj1" fmla="val 8333"/>
              <a:gd name="adj2" fmla="val 260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65BB0025-BDD3-498C-171F-F7EAD2CF0ED5}"/>
              </a:ext>
            </a:extLst>
          </p:cNvPr>
          <p:cNvSpPr/>
          <p:nvPr/>
        </p:nvSpPr>
        <p:spPr>
          <a:xfrm>
            <a:off x="7410775" y="1776397"/>
            <a:ext cx="313464" cy="2474611"/>
          </a:xfrm>
          <a:prstGeom prst="leftBrace">
            <a:avLst>
              <a:gd name="adj1" fmla="val 8333"/>
              <a:gd name="adj2" fmla="val 2125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8349084A-4F67-D367-D360-9E5F86CACC60}"/>
              </a:ext>
            </a:extLst>
          </p:cNvPr>
          <p:cNvSpPr/>
          <p:nvPr/>
        </p:nvSpPr>
        <p:spPr>
          <a:xfrm>
            <a:off x="1327217" y="4459704"/>
            <a:ext cx="350754" cy="178084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170CFE-066B-8C59-CD3F-7A65B787946C}"/>
              </a:ext>
            </a:extLst>
          </p:cNvPr>
          <p:cNvSpPr txBox="1"/>
          <p:nvPr/>
        </p:nvSpPr>
        <p:spPr>
          <a:xfrm>
            <a:off x="281814" y="4966246"/>
            <a:ext cx="1126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+mj-lt"/>
              </a:rPr>
              <a:t>CSR Matrix</a:t>
            </a:r>
          </a:p>
        </p:txBody>
      </p:sp>
    </p:spTree>
    <p:extLst>
      <p:ext uri="{BB962C8B-B14F-4D97-AF65-F5344CB8AC3E}">
        <p14:creationId xmlns:p14="http://schemas.microsoft.com/office/powerpoint/2010/main" val="32050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A55F3-F473-937D-C43B-DC5B5F8F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5201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SEM Mesh Generation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BFFBB-4FC0-18F7-C0AB-9FE21197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4287-CCF9-496A-981B-ACD0535F5C45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ABA9F-2296-37DB-3F84-51C89759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E079-7D05-9D16-0D58-0C625994C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25</a:t>
            </a:fld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135BCCD-F677-05CA-B728-3BADB6D5A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" name="Graphic 3">
            <a:extLst>
              <a:ext uri="{FF2B5EF4-FFF2-40B4-BE49-F238E27FC236}">
                <a16:creationId xmlns:a16="http://schemas.microsoft.com/office/drawing/2014/main" id="{9E3989AB-D436-6E42-FFF1-D605D344AD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8976"/>
          <a:stretch>
            <a:fillRect/>
          </a:stretch>
        </p:blipFill>
        <p:spPr bwMode="auto">
          <a:xfrm>
            <a:off x="3186260" y="844370"/>
            <a:ext cx="8728253" cy="51692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F2C6DF0-5392-7369-2233-FA6F1B8A1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749" y="1653047"/>
            <a:ext cx="2348060" cy="4351338"/>
          </a:xfrm>
        </p:spPr>
        <p:txBody>
          <a:bodyPr>
            <a:normAutofit/>
          </a:bodyPr>
          <a:lstStyle/>
          <a:p>
            <a:r>
              <a:rPr lang="en-IN" sz="1400" dirty="0">
                <a:latin typeface="+mj-lt"/>
              </a:rPr>
              <a:t>Fortran-based</a:t>
            </a:r>
          </a:p>
          <a:p>
            <a:r>
              <a:rPr lang="en-IN" sz="1400" dirty="0">
                <a:latin typeface="+mj-lt"/>
              </a:rPr>
              <a:t>Reads data from GMSH file</a:t>
            </a:r>
          </a:p>
          <a:p>
            <a:r>
              <a:rPr lang="en-IN" sz="1400" dirty="0">
                <a:latin typeface="+mj-lt"/>
              </a:rPr>
              <a:t>Generates SEM mesh using </a:t>
            </a:r>
            <a:r>
              <a:rPr lang="en-IN" sz="1400" dirty="0" err="1">
                <a:latin typeface="+mj-lt"/>
              </a:rPr>
              <a:t>Lobatto</a:t>
            </a:r>
            <a:r>
              <a:rPr lang="en-IN" sz="1400" dirty="0">
                <a:latin typeface="+mj-lt"/>
              </a:rPr>
              <a:t> points inside each element</a:t>
            </a:r>
          </a:p>
          <a:p>
            <a:r>
              <a:rPr lang="en-IN" sz="1400" dirty="0">
                <a:latin typeface="+mj-lt"/>
              </a:rPr>
              <a:t>Global node numbering in order of boundary nodes , interface nodes, and internal nodes (very useful to eliminate boundary nodes from the global matrix and performing parallel programming)</a:t>
            </a:r>
          </a:p>
          <a:p>
            <a:r>
              <a:rPr lang="en-IN" sz="1400" dirty="0">
                <a:latin typeface="+mj-lt"/>
              </a:rPr>
              <a:t>Stores neighbouring element data useful for moving mesh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EA8F1B-8DD0-94AA-978E-AFB267F2C768}"/>
              </a:ext>
            </a:extLst>
          </p:cNvPr>
          <p:cNvSpPr txBox="1"/>
          <p:nvPr/>
        </p:nvSpPr>
        <p:spPr>
          <a:xfrm>
            <a:off x="5777713" y="5419881"/>
            <a:ext cx="29400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+mj-lt"/>
                <a:ea typeface="Calibri" panose="020F0502020204030204" pitchFamily="34" charset="0"/>
              </a:rPr>
              <a:t>Figure 13: SEM Mesh Generation</a:t>
            </a:r>
            <a:endParaRPr lang="en-IN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87188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B3221-55E7-6534-ED99-8A89F075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Curved Mesh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Content Placeholder 11">
                <a:extLst>
                  <a:ext uri="{FF2B5EF4-FFF2-40B4-BE49-F238E27FC236}">
                    <a16:creationId xmlns:a16="http://schemas.microsoft.com/office/drawing/2014/main" id="{847F3D8B-69F1-1FDB-B1FE-E907C7026A9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56411852"/>
                  </p:ext>
                </p:extLst>
              </p:nvPr>
            </p:nvGraphicFramePr>
            <p:xfrm>
              <a:off x="5937106" y="1232104"/>
              <a:ext cx="5532508" cy="270649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766254">
                      <a:extLst>
                        <a:ext uri="{9D8B030D-6E8A-4147-A177-3AD203B41FA5}">
                          <a16:colId xmlns:a16="http://schemas.microsoft.com/office/drawing/2014/main" val="2732727796"/>
                        </a:ext>
                      </a:extLst>
                    </a:gridCol>
                    <a:gridCol w="2766254">
                      <a:extLst>
                        <a:ext uri="{9D8B030D-6E8A-4147-A177-3AD203B41FA5}">
                          <a16:colId xmlns:a16="http://schemas.microsoft.com/office/drawing/2014/main" val="636742597"/>
                        </a:ext>
                      </a:extLst>
                    </a:gridCol>
                  </a:tblGrid>
                  <a:tr h="5310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</m:d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sSup>
                                  <m:sSup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)(1−</m:t>
                                </m:r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272" marR="66272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</m:d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)(1−</m:t>
                                </m:r>
                                <m:sSup>
                                  <m:sSup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272" marR="66272" marT="0" marB="0"/>
                    </a:tc>
                    <a:extLst>
                      <a:ext uri="{0D108BD9-81ED-4DB2-BD59-A6C34878D82A}">
                        <a16:rowId xmlns:a16="http://schemas.microsoft.com/office/drawing/2014/main" val="601729819"/>
                      </a:ext>
                    </a:extLst>
                  </a:tr>
                  <a:tr h="5310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</m:d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sSup>
                                  <m:sSup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)(1+</m:t>
                                </m:r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272" marR="66272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</m:d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)(1−</m:t>
                                </m:r>
                                <m:sSup>
                                  <m:sSup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272" marR="66272" marT="0" marB="0"/>
                    </a:tc>
                    <a:extLst>
                      <a:ext uri="{0D108BD9-81ED-4DB2-BD59-A6C34878D82A}">
                        <a16:rowId xmlns:a16="http://schemas.microsoft.com/office/drawing/2014/main" val="2436017950"/>
                      </a:ext>
                    </a:extLst>
                  </a:tr>
                  <a:tr h="73362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272" marR="66272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kern="100">
                              <a:effectLst/>
                            </a:rPr>
                            <a:t> 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272" marR="66272" marT="0" marB="0"/>
                    </a:tc>
                    <a:extLst>
                      <a:ext uri="{0D108BD9-81ED-4DB2-BD59-A6C34878D82A}">
                        <a16:rowId xmlns:a16="http://schemas.microsoft.com/office/drawing/2014/main" val="2220225978"/>
                      </a:ext>
                    </a:extLst>
                  </a:tr>
                  <a:tr h="5310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272" marR="66272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272" marR="66272" marT="0" marB="0"/>
                    </a:tc>
                    <a:extLst>
                      <a:ext uri="{0D108BD9-81ED-4DB2-BD59-A6C34878D82A}">
                        <a16:rowId xmlns:a16="http://schemas.microsoft.com/office/drawing/2014/main" val="1902232085"/>
                      </a:ext>
                    </a:extLst>
                  </a:tr>
                  <a:tr h="5310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272" marR="66272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272" marR="66272" marT="0" marB="0"/>
                    </a:tc>
                    <a:extLst>
                      <a:ext uri="{0D108BD9-81ED-4DB2-BD59-A6C34878D82A}">
                        <a16:rowId xmlns:a16="http://schemas.microsoft.com/office/drawing/2014/main" val="37404183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Content Placeholder 11">
                <a:extLst>
                  <a:ext uri="{FF2B5EF4-FFF2-40B4-BE49-F238E27FC236}">
                    <a16:creationId xmlns:a16="http://schemas.microsoft.com/office/drawing/2014/main" id="{847F3D8B-69F1-1FDB-B1FE-E907C7026A9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56411852"/>
                  </p:ext>
                </p:extLst>
              </p:nvPr>
            </p:nvGraphicFramePr>
            <p:xfrm>
              <a:off x="5937106" y="1232104"/>
              <a:ext cx="5532508" cy="270649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766254">
                      <a:extLst>
                        <a:ext uri="{9D8B030D-6E8A-4147-A177-3AD203B41FA5}">
                          <a16:colId xmlns:a16="http://schemas.microsoft.com/office/drawing/2014/main" val="2732727796"/>
                        </a:ext>
                      </a:extLst>
                    </a:gridCol>
                    <a:gridCol w="2766254">
                      <a:extLst>
                        <a:ext uri="{9D8B030D-6E8A-4147-A177-3AD203B41FA5}">
                          <a16:colId xmlns:a16="http://schemas.microsoft.com/office/drawing/2014/main" val="636742597"/>
                        </a:ext>
                      </a:extLst>
                    </a:gridCol>
                  </a:tblGrid>
                  <a:tr h="6151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272" marR="66272" marT="0" marB="0">
                        <a:blipFill>
                          <a:blip r:embed="rId2"/>
                          <a:stretch>
                            <a:fillRect l="-220" t="-990" r="-100220" b="-3425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272" marR="66272" marT="0" marB="0">
                        <a:blipFill>
                          <a:blip r:embed="rId2"/>
                          <a:stretch>
                            <a:fillRect l="-100441" t="-990" r="-441" b="-3425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729819"/>
                      </a:ext>
                    </a:extLst>
                  </a:tr>
                  <a:tr h="6151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272" marR="66272" marT="0" marB="0">
                        <a:blipFill>
                          <a:blip r:embed="rId2"/>
                          <a:stretch>
                            <a:fillRect l="-220" t="-100990" r="-100220" b="-2425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272" marR="66272" marT="0" marB="0">
                        <a:blipFill>
                          <a:blip r:embed="rId2"/>
                          <a:stretch>
                            <a:fillRect l="-100441" t="-100990" r="-441" b="-2425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6017950"/>
                      </a:ext>
                    </a:extLst>
                  </a:tr>
                  <a:tr h="24599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272" marR="66272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kern="100">
                              <a:effectLst/>
                            </a:rPr>
                            <a:t> </a:t>
                          </a:r>
                          <a:endParaRPr lang="en-IN" sz="12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272" marR="66272" marT="0" marB="0"/>
                    </a:tc>
                    <a:extLst>
                      <a:ext uri="{0D108BD9-81ED-4DB2-BD59-A6C34878D82A}">
                        <a16:rowId xmlns:a16="http://schemas.microsoft.com/office/drawing/2014/main" val="2220225978"/>
                      </a:ext>
                    </a:extLst>
                  </a:tr>
                  <a:tr h="6151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272" marR="66272" marT="0" marB="0">
                        <a:blipFill>
                          <a:blip r:embed="rId2"/>
                          <a:stretch>
                            <a:fillRect l="-220" t="-241584" r="-100220" b="-1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272" marR="66272" marT="0" marB="0">
                        <a:blipFill>
                          <a:blip r:embed="rId2"/>
                          <a:stretch>
                            <a:fillRect l="-100441" t="-241584" r="-441" b="-1019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2232085"/>
                      </a:ext>
                    </a:extLst>
                  </a:tr>
                  <a:tr h="6151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272" marR="66272" marT="0" marB="0">
                        <a:blipFill>
                          <a:blip r:embed="rId2"/>
                          <a:stretch>
                            <a:fillRect l="-220" t="-341584" r="-100220" b="-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272" marR="66272" marT="0" marB="0">
                        <a:blipFill>
                          <a:blip r:embed="rId2"/>
                          <a:stretch>
                            <a:fillRect l="-100441" t="-341584" r="-441" b="-19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04183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90648-4D3C-62AD-CAFB-590E53B5B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0473A-E981-46F9-8BB6-BA7D1A1A4AC3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CEAB2-B584-7D45-FB8C-2699E81B6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0BBC4-858C-9C1E-7007-6CA0A2DA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26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CDE7FE-3127-8A83-D1F1-BA88FA05305D}"/>
                  </a:ext>
                </a:extLst>
              </p:cNvPr>
              <p:cNvSpPr txBox="1"/>
              <p:nvPr/>
            </p:nvSpPr>
            <p:spPr>
              <a:xfrm>
                <a:off x="718792" y="1690688"/>
                <a:ext cx="32970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𝑁𝑎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𝐿𝑎</m:t>
                      </m:r>
                      <m:sSup>
                        <m:sSup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𝐿𝑎</m:t>
                      </m:r>
                      <m:sSup>
                        <m:sSup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CDE7FE-3127-8A83-D1F1-BA88FA053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92" y="1690688"/>
                <a:ext cx="3297024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phic 31">
            <a:extLst>
              <a:ext uri="{FF2B5EF4-FFF2-40B4-BE49-F238E27FC236}">
                <a16:creationId xmlns:a16="http://schemas.microsoft.com/office/drawing/2014/main" id="{76D5A717-3262-DDCA-8DAE-89A40DEC93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3763" b="32679"/>
          <a:stretch>
            <a:fillRect/>
          </a:stretch>
        </p:blipFill>
        <p:spPr bwMode="auto">
          <a:xfrm>
            <a:off x="718792" y="3709454"/>
            <a:ext cx="5885800" cy="25460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F4E6C3-0F3D-0134-CE8B-3503B0781C86}"/>
              </a:ext>
            </a:extLst>
          </p:cNvPr>
          <p:cNvSpPr txBox="1"/>
          <p:nvPr/>
        </p:nvSpPr>
        <p:spPr>
          <a:xfrm>
            <a:off x="858863" y="2117767"/>
            <a:ext cx="3297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Second-order shape functions  are used in each directions</a:t>
            </a:r>
          </a:p>
        </p:txBody>
      </p:sp>
      <p:sp>
        <p:nvSpPr>
          <p:cNvPr id="14" name="Rectangle: Diagonal Corners Snipped 13">
            <a:extLst>
              <a:ext uri="{FF2B5EF4-FFF2-40B4-BE49-F238E27FC236}">
                <a16:creationId xmlns:a16="http://schemas.microsoft.com/office/drawing/2014/main" id="{0D081012-C0FE-4C13-FF93-928266BEDC58}"/>
              </a:ext>
            </a:extLst>
          </p:cNvPr>
          <p:cNvSpPr/>
          <p:nvPr/>
        </p:nvSpPr>
        <p:spPr>
          <a:xfrm>
            <a:off x="4131630" y="2266907"/>
            <a:ext cx="1364357" cy="720727"/>
          </a:xfrm>
          <a:prstGeom prst="snip2Diag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8-noded Shape quadrilateral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C0C68383-CA28-14F3-4997-CDA25F3D60C6}"/>
              </a:ext>
            </a:extLst>
          </p:cNvPr>
          <p:cNvSpPr/>
          <p:nvPr/>
        </p:nvSpPr>
        <p:spPr>
          <a:xfrm>
            <a:off x="5553906" y="1635956"/>
            <a:ext cx="250801" cy="2000566"/>
          </a:xfrm>
          <a:prstGeom prst="leftBrace">
            <a:avLst>
              <a:gd name="adj1" fmla="val 8333"/>
              <a:gd name="adj2" fmla="val 4918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C8B0FF0-9735-B950-0145-24344E57D3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2026" t="64763" r="64609" b="141"/>
          <a:stretch>
            <a:fillRect/>
          </a:stretch>
        </p:blipFill>
        <p:spPr>
          <a:xfrm>
            <a:off x="9291678" y="4374274"/>
            <a:ext cx="1629503" cy="15464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F3DF9E5-FBCC-A55B-D25F-225709369ACD}"/>
              </a:ext>
            </a:extLst>
          </p:cNvPr>
          <p:cNvSpPr txBox="1"/>
          <p:nvPr/>
        </p:nvSpPr>
        <p:spPr>
          <a:xfrm>
            <a:off x="8832213" y="5685133"/>
            <a:ext cx="2742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12(b): First-order Mesh unable to capture curvature</a:t>
            </a:r>
            <a:endParaRPr lang="en-IN" sz="1200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CD088D-CFF3-8C93-05D0-16E6FE608242}"/>
              </a:ext>
            </a:extLst>
          </p:cNvPr>
          <p:cNvSpPr txBox="1"/>
          <p:nvPr/>
        </p:nvSpPr>
        <p:spPr>
          <a:xfrm>
            <a:off x="2563150" y="6146798"/>
            <a:ext cx="1878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12(a): Curved Mesh</a:t>
            </a:r>
            <a:endParaRPr lang="en-IN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01998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E0E74-6819-625C-204C-49962562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Lift-Drag Calculation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49B83-C139-C344-0F38-409942794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0473A-E981-46F9-8BB6-BA7D1A1A4AC3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72884-D60A-6417-75D6-BF9B62CA5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3C82E-28A9-A149-DC6F-246C57E7A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27</a:t>
            </a:fld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F9928F1-9B4A-DC79-B6EF-B627660531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2466411"/>
                  </p:ext>
                </p:extLst>
              </p:nvPr>
            </p:nvGraphicFramePr>
            <p:xfrm>
              <a:off x="933834" y="1332970"/>
              <a:ext cx="8285581" cy="259651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696225">
                      <a:extLst>
                        <a:ext uri="{9D8B030D-6E8A-4147-A177-3AD203B41FA5}">
                          <a16:colId xmlns:a16="http://schemas.microsoft.com/office/drawing/2014/main" val="3576329636"/>
                        </a:ext>
                      </a:extLst>
                    </a:gridCol>
                    <a:gridCol w="3603298">
                      <a:extLst>
                        <a:ext uri="{9D8B030D-6E8A-4147-A177-3AD203B41FA5}">
                          <a16:colId xmlns:a16="http://schemas.microsoft.com/office/drawing/2014/main" val="2642270270"/>
                        </a:ext>
                      </a:extLst>
                    </a:gridCol>
                    <a:gridCol w="3986058">
                      <a:extLst>
                        <a:ext uri="{9D8B030D-6E8A-4147-A177-3AD203B41FA5}">
                          <a16:colId xmlns:a16="http://schemas.microsoft.com/office/drawing/2014/main" val="3706801726"/>
                        </a:ext>
                      </a:extLst>
                    </a:gridCol>
                  </a:tblGrid>
                  <a:tr h="24728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2560320" algn="l"/>
                            </a:tabLst>
                          </a:pPr>
                          <a:r>
                            <a:rPr lang="en-US" sz="1600" kern="100" dirty="0">
                              <a:effectLst/>
                              <a:latin typeface="+mj-lt"/>
                            </a:rPr>
                            <a:t> </a:t>
                          </a:r>
                          <a:endParaRPr lang="en-IN" sz="16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+mj-lt"/>
                            </a:rPr>
                            <a:t>INTEGRATION</a:t>
                          </a:r>
                          <a:endParaRPr lang="en-IN" sz="16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+mj-lt"/>
                            </a:rPr>
                            <a:t>NUMERICAL INTEGRATION</a:t>
                          </a:r>
                          <a:endParaRPr lang="en-IN" sz="16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49853787"/>
                      </a:ext>
                    </a:extLst>
                  </a:tr>
                  <a:tr h="38717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600" kern="100">
                              <a:effectLst/>
                              <a:latin typeface="+mj-lt"/>
                            </a:rPr>
                            <a:t>Lift Force</a:t>
                          </a:r>
                          <a:endParaRPr lang="en-IN" sz="16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limLoc m:val="subSup"/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  <m:sup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sup>
                                  <m:e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𝒑𝒔𝒊𝒏</m:t>
                                    </m:r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𝜽</m:t>
                                        </m:r>
                                      </m:e>
                                    </m:d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 </m:t>
                                    </m:r>
                                    <m:nary>
                                      <m:naryPr>
                                        <m:limLoc m:val="subSup"/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sub>
                                      <m:sup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𝝅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IN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𝝉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</m:sub>
                                        </m:sSub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𝐜𝐨</m:t>
                                        </m:r>
                                        <m:func>
                                          <m:funcPr>
                                            <m:ctrlPr>
                                              <a:rPr lang="en-IN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𝐬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IN" sz="16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6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𝜽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𝒅</m:t>
                                        </m:r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𝜽</m:t>
                                        </m:r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en-IN" sz="16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  <m:sup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{−</m:t>
                                    </m:r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𝜽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𝒔𝒊𝒏</m:t>
                                    </m:r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𝜽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𝝉</m:t>
                                        </m:r>
                                      </m:e>
                                      <m:sub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𝜽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𝒄𝒐𝒔</m:t>
                                    </m:r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𝜽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}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IN" sz="16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83027052"/>
                      </a:ext>
                    </a:extLst>
                  </a:tr>
                  <a:tr h="87353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600" kern="100">
                              <a:effectLst/>
                              <a:latin typeface="+mj-lt"/>
                            </a:rPr>
                            <a:t>Drag Force</a:t>
                          </a:r>
                          <a:endParaRPr lang="en-IN" sz="16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limLoc m:val="subSup"/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  <m:sup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sup>
                                  <m:e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𝒑𝒄𝒐𝒔</m:t>
                                    </m:r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𝜽</m:t>
                                        </m:r>
                                      </m:e>
                                    </m:d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 </m:t>
                                    </m:r>
                                    <m:nary>
                                      <m:naryPr>
                                        <m:limLoc m:val="subSup"/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sub>
                                      <m:sup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𝝅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IN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𝝉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</m:sub>
                                        </m:sSub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𝒔𝒊𝒏</m:t>
                                        </m:r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𝜽</m:t>
                                        </m:r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𝒅</m:t>
                                        </m:r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𝜽</m:t>
                                        </m:r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en-IN" sz="16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  <m:sup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{−</m:t>
                                    </m:r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𝜽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𝒄𝒐𝒔</m:t>
                                    </m:r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𝜽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 </m:t>
                                    </m:r>
                                    <m:sSub>
                                      <m:sSub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𝝉</m:t>
                                        </m:r>
                                      </m:e>
                                      <m:sub>
                                        <m:r>
                                          <a:rPr lang="en-US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𝜽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𝒔𝒊𝒏</m:t>
                                    </m:r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16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𝜽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}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IN" sz="16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1205314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F9928F1-9B4A-DC79-B6EF-B627660531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2466411"/>
                  </p:ext>
                </p:extLst>
              </p:nvPr>
            </p:nvGraphicFramePr>
            <p:xfrm>
              <a:off x="933834" y="1332970"/>
              <a:ext cx="8285581" cy="259651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696225">
                      <a:extLst>
                        <a:ext uri="{9D8B030D-6E8A-4147-A177-3AD203B41FA5}">
                          <a16:colId xmlns:a16="http://schemas.microsoft.com/office/drawing/2014/main" val="3576329636"/>
                        </a:ext>
                      </a:extLst>
                    </a:gridCol>
                    <a:gridCol w="3603298">
                      <a:extLst>
                        <a:ext uri="{9D8B030D-6E8A-4147-A177-3AD203B41FA5}">
                          <a16:colId xmlns:a16="http://schemas.microsoft.com/office/drawing/2014/main" val="2642270270"/>
                        </a:ext>
                      </a:extLst>
                    </a:gridCol>
                    <a:gridCol w="3986058">
                      <a:extLst>
                        <a:ext uri="{9D8B030D-6E8A-4147-A177-3AD203B41FA5}">
                          <a16:colId xmlns:a16="http://schemas.microsoft.com/office/drawing/2014/main" val="3706801726"/>
                        </a:ext>
                      </a:extLst>
                    </a:gridCol>
                  </a:tblGrid>
                  <a:tr h="3219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2560320" algn="l"/>
                            </a:tabLst>
                          </a:pPr>
                          <a:r>
                            <a:rPr lang="en-US" sz="1600" kern="100" dirty="0">
                              <a:effectLst/>
                              <a:latin typeface="+mj-lt"/>
                            </a:rPr>
                            <a:t> </a:t>
                          </a:r>
                          <a:endParaRPr lang="en-IN" sz="16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+mj-lt"/>
                            </a:rPr>
                            <a:t>INTEGRATION</a:t>
                          </a:r>
                          <a:endParaRPr lang="en-IN" sz="16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600" kern="100" dirty="0">
                              <a:effectLst/>
                              <a:latin typeface="+mj-lt"/>
                            </a:rPr>
                            <a:t>NUMERICAL INTEGRATION</a:t>
                          </a:r>
                          <a:endParaRPr lang="en-IN" sz="16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49853787"/>
                      </a:ext>
                    </a:extLst>
                  </a:tr>
                  <a:tr h="1137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600" kern="100">
                              <a:effectLst/>
                              <a:latin typeface="+mj-lt"/>
                            </a:rPr>
                            <a:t>Lift Force</a:t>
                          </a:r>
                          <a:endParaRPr lang="en-IN" sz="16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9426" t="-28877" r="-110811" b="-101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08104" t="-28877" r="-306" b="-1010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3027052"/>
                      </a:ext>
                    </a:extLst>
                  </a:tr>
                  <a:tr h="1137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600" kern="100">
                              <a:effectLst/>
                              <a:latin typeface="+mj-lt"/>
                            </a:rPr>
                            <a:t>Drag Force</a:t>
                          </a:r>
                          <a:endParaRPr lang="en-IN" sz="16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9426" t="-128877" r="-110811" b="-1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08104" t="-128877" r="-306" b="-10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053146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Graphic 12">
            <a:extLst>
              <a:ext uri="{FF2B5EF4-FFF2-40B4-BE49-F238E27FC236}">
                <a16:creationId xmlns:a16="http://schemas.microsoft.com/office/drawing/2014/main" id="{9CDCA2EA-E6A4-500B-86EC-0C9886C9D7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2914" t="5265" r="23953" b="69163"/>
          <a:stretch/>
        </p:blipFill>
        <p:spPr bwMode="auto">
          <a:xfrm>
            <a:off x="9554380" y="585944"/>
            <a:ext cx="1799420" cy="14064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phic 11">
            <a:extLst>
              <a:ext uri="{FF2B5EF4-FFF2-40B4-BE49-F238E27FC236}">
                <a16:creationId xmlns:a16="http://schemas.microsoft.com/office/drawing/2014/main" id="{6BEDB8E6-F10A-AA11-501D-9C6A86C1A5E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1767" t="63321" r="56112" b="23098"/>
          <a:stretch/>
        </p:blipFill>
        <p:spPr bwMode="auto">
          <a:xfrm>
            <a:off x="9817488" y="1992387"/>
            <a:ext cx="1325702" cy="10499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0A5D609-0DFB-275E-A8F0-3D7B0235BA9A}"/>
              </a:ext>
            </a:extLst>
          </p:cNvPr>
          <p:cNvCxnSpPr>
            <a:cxnSpLocks/>
          </p:cNvCxnSpPr>
          <p:nvPr/>
        </p:nvCxnSpPr>
        <p:spPr>
          <a:xfrm flipV="1">
            <a:off x="2193417" y="2699172"/>
            <a:ext cx="587560" cy="1405273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7B5C7F-63D4-BE33-C283-D80C5DAD8A6B}"/>
              </a:ext>
            </a:extLst>
          </p:cNvPr>
          <p:cNvCxnSpPr>
            <a:cxnSpLocks/>
          </p:cNvCxnSpPr>
          <p:nvPr/>
        </p:nvCxnSpPr>
        <p:spPr>
          <a:xfrm flipV="1">
            <a:off x="2239120" y="3791976"/>
            <a:ext cx="617033" cy="293045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2F2BE98-1364-EDEE-F890-DF5AAEF9545A}"/>
              </a:ext>
            </a:extLst>
          </p:cNvPr>
          <p:cNvCxnSpPr>
            <a:cxnSpLocks/>
          </p:cNvCxnSpPr>
          <p:nvPr/>
        </p:nvCxnSpPr>
        <p:spPr>
          <a:xfrm flipV="1">
            <a:off x="3891426" y="2734762"/>
            <a:ext cx="651694" cy="1370893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FF8E30B-FB54-E8B8-B866-BBA6914432BF}"/>
              </a:ext>
            </a:extLst>
          </p:cNvPr>
          <p:cNvCxnSpPr>
            <a:cxnSpLocks/>
          </p:cNvCxnSpPr>
          <p:nvPr/>
        </p:nvCxnSpPr>
        <p:spPr>
          <a:xfrm flipV="1">
            <a:off x="3906539" y="3759967"/>
            <a:ext cx="697775" cy="359013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C2083B-9FD4-A35C-84A9-437636E00651}"/>
              </a:ext>
            </a:extLst>
          </p:cNvPr>
          <p:cNvSpPr txBox="1"/>
          <p:nvPr/>
        </p:nvSpPr>
        <p:spPr>
          <a:xfrm>
            <a:off x="2130906" y="4066995"/>
            <a:ext cx="1450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Form Lift/Drag</a:t>
            </a:r>
            <a:endParaRPr lang="en-IN" sz="1400" dirty="0"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1A5FFF-BF9F-2004-F06F-F914B01BC6AE}"/>
              </a:ext>
            </a:extLst>
          </p:cNvPr>
          <p:cNvSpPr txBox="1"/>
          <p:nvPr/>
        </p:nvSpPr>
        <p:spPr>
          <a:xfrm>
            <a:off x="3736362" y="4058922"/>
            <a:ext cx="1948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Skin Friction Lift/Drag</a:t>
            </a:r>
            <a:endParaRPr lang="en-IN" sz="1400" dirty="0">
              <a:latin typeface="+mj-lt"/>
            </a:endParaRPr>
          </a:p>
        </p:txBody>
      </p:sp>
      <p:pic>
        <p:nvPicPr>
          <p:cNvPr id="3" name="Graphic 13">
            <a:extLst>
              <a:ext uri="{FF2B5EF4-FFF2-40B4-BE49-F238E27FC236}">
                <a16:creationId xmlns:a16="http://schemas.microsoft.com/office/drawing/2014/main" id="{1CCEFFF9-30C0-E585-A793-77FC8B2A0F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8127" t="36854" r="10525" b="19335"/>
          <a:stretch/>
        </p:blipFill>
        <p:spPr bwMode="auto">
          <a:xfrm>
            <a:off x="7873313" y="3431086"/>
            <a:ext cx="3839671" cy="287649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D3FDA6D5-FB2D-8D17-AEE3-2064651E6CC2}"/>
              </a:ext>
            </a:extLst>
          </p:cNvPr>
          <p:cNvSpPr/>
          <p:nvPr/>
        </p:nvSpPr>
        <p:spPr>
          <a:xfrm>
            <a:off x="1079174" y="4842416"/>
            <a:ext cx="1695634" cy="87001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Viscous Drag and Lift </a:t>
            </a:r>
            <a:endParaRPr lang="en-IN" dirty="0">
              <a:latin typeface="+mj-l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17AA8A-A53C-B68B-19E5-5570C2F1D577}"/>
              </a:ext>
            </a:extLst>
          </p:cNvPr>
          <p:cNvSpPr/>
          <p:nvPr/>
        </p:nvSpPr>
        <p:spPr>
          <a:xfrm>
            <a:off x="2987870" y="4774924"/>
            <a:ext cx="4367812" cy="1004996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DDA54B9-BA8D-95B0-4505-80900F1B405B}"/>
                  </a:ext>
                </a:extLst>
              </p:cNvPr>
              <p:cNvSpPr/>
              <p:nvPr/>
            </p:nvSpPr>
            <p:spPr>
              <a:xfrm>
                <a:off x="3036486" y="4989234"/>
                <a:ext cx="4319195" cy="5763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𝑛𝑡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𝑅𝑒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 </m:t>
                              </m:r>
                              <m:f>
                                <m:f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func>
                            <m:func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d>
                            <m:d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 </m:t>
                              </m:r>
                              <m:f>
                                <m:f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cos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DDA54B9-BA8D-95B0-4505-80900F1B40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486" y="4989234"/>
                <a:ext cx="4319195" cy="576376"/>
              </a:xfrm>
              <a:prstGeom prst="rect">
                <a:avLst/>
              </a:prstGeom>
              <a:blipFill>
                <a:blip r:embed="rId7"/>
                <a:stretch>
                  <a:fillRect b="-10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480736E2-F273-95F2-1B23-8DD41037D6EF}"/>
              </a:ext>
            </a:extLst>
          </p:cNvPr>
          <p:cNvSpPr/>
          <p:nvPr/>
        </p:nvSpPr>
        <p:spPr>
          <a:xfrm rot="5400000">
            <a:off x="4477798" y="1961578"/>
            <a:ext cx="191118" cy="11968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662FDC87-F3D1-221E-79DA-533DA77011B7}"/>
              </a:ext>
            </a:extLst>
          </p:cNvPr>
          <p:cNvSpPr/>
          <p:nvPr/>
        </p:nvSpPr>
        <p:spPr>
          <a:xfrm rot="5400000">
            <a:off x="4508755" y="3055741"/>
            <a:ext cx="191118" cy="11968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56D2686F-9F1A-3AE0-6C28-86F975D57102}"/>
              </a:ext>
            </a:extLst>
          </p:cNvPr>
          <p:cNvSpPr/>
          <p:nvPr/>
        </p:nvSpPr>
        <p:spPr>
          <a:xfrm rot="5400000">
            <a:off x="2772566" y="3055741"/>
            <a:ext cx="191118" cy="11968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26509325-04EF-C581-FA69-8C871EA1180B}"/>
              </a:ext>
            </a:extLst>
          </p:cNvPr>
          <p:cNvSpPr/>
          <p:nvPr/>
        </p:nvSpPr>
        <p:spPr>
          <a:xfrm rot="5400000">
            <a:off x="2745044" y="1961579"/>
            <a:ext cx="191118" cy="11968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2DB14F-1EF1-2574-F25D-EA4383549ECF}"/>
              </a:ext>
            </a:extLst>
          </p:cNvPr>
          <p:cNvSpPr txBox="1"/>
          <p:nvPr/>
        </p:nvSpPr>
        <p:spPr>
          <a:xfrm>
            <a:off x="9571063" y="3129703"/>
            <a:ext cx="21552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13(a): Lift-Drag forces</a:t>
            </a:r>
            <a:endParaRPr lang="en-IN" sz="1200" dirty="0"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E2C643-79E6-C258-48C3-AA451476AB4B}"/>
              </a:ext>
            </a:extLst>
          </p:cNvPr>
          <p:cNvSpPr txBox="1"/>
          <p:nvPr/>
        </p:nvSpPr>
        <p:spPr>
          <a:xfrm>
            <a:off x="8610600" y="6133556"/>
            <a:ext cx="31296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13(b): </a:t>
            </a:r>
            <a:r>
              <a:rPr lang="en-IN" sz="1200" dirty="0">
                <a:latin typeface="+mj-lt"/>
              </a:rPr>
              <a:t>Lift and Drag forces components</a:t>
            </a:r>
          </a:p>
        </p:txBody>
      </p:sp>
    </p:spTree>
    <p:extLst>
      <p:ext uri="{BB962C8B-B14F-4D97-AF65-F5344CB8AC3E}">
        <p14:creationId xmlns:p14="http://schemas.microsoft.com/office/powerpoint/2010/main" val="1446903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899B3-5975-0D50-B8AF-BE80ECBF4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0473A-E981-46F9-8BB6-BA7D1A1A4AC3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72484-F22D-19DF-E196-312B41EE7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0F05B-673A-9BB3-6F92-115BC125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28</a:t>
            </a:fld>
            <a:endParaRPr lang="en-IN"/>
          </a:p>
        </p:txBody>
      </p:sp>
      <p:pic>
        <p:nvPicPr>
          <p:cNvPr id="7" name="Graphic 5">
            <a:extLst>
              <a:ext uri="{FF2B5EF4-FFF2-40B4-BE49-F238E27FC236}">
                <a16:creationId xmlns:a16="http://schemas.microsoft.com/office/drawing/2014/main" id="{88CBB4C7-491F-96B1-F613-4F1ABA6952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978" t="18011" r="11531" b="11916"/>
          <a:stretch>
            <a:fillRect/>
          </a:stretch>
        </p:blipFill>
        <p:spPr bwMode="auto">
          <a:xfrm>
            <a:off x="7746043" y="1116875"/>
            <a:ext cx="3684616" cy="24837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9908EA-C375-AD45-30B7-C4D9ED793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207027"/>
              </p:ext>
            </p:extLst>
          </p:nvPr>
        </p:nvGraphicFramePr>
        <p:xfrm>
          <a:off x="8610645" y="4517374"/>
          <a:ext cx="2408735" cy="170446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82703">
                  <a:extLst>
                    <a:ext uri="{9D8B030D-6E8A-4147-A177-3AD203B41FA5}">
                      <a16:colId xmlns:a16="http://schemas.microsoft.com/office/drawing/2014/main" val="2323661709"/>
                    </a:ext>
                  </a:extLst>
                </a:gridCol>
                <a:gridCol w="1026032">
                  <a:extLst>
                    <a:ext uri="{9D8B030D-6E8A-4147-A177-3AD203B41FA5}">
                      <a16:colId xmlns:a16="http://schemas.microsoft.com/office/drawing/2014/main" val="3479220999"/>
                    </a:ext>
                  </a:extLst>
                </a:gridCol>
              </a:tblGrid>
              <a:tr h="2689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00" dirty="0">
                          <a:effectLst/>
                          <a:latin typeface="+mj-lt"/>
                        </a:rPr>
                        <a:t>No. of timesteps</a:t>
                      </a:r>
                      <a:endParaRPr lang="en-IN" sz="1200" b="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00" dirty="0">
                          <a:effectLst/>
                          <a:latin typeface="+mj-lt"/>
                        </a:rPr>
                        <a:t>50000</a:t>
                      </a:r>
                      <a:endParaRPr lang="en-IN" sz="1200" b="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912932"/>
                  </a:ext>
                </a:extLst>
              </a:tr>
              <a:tr h="268916"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Tolerance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1.00E-06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406593"/>
                  </a:ext>
                </a:extLst>
              </a:tr>
              <a:tr h="268916"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Order (Vel, Pres)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4,4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246525"/>
                  </a:ext>
                </a:extLst>
              </a:tr>
              <a:tr h="268916"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Nodes (Vel, Pres)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6204, 6204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655400"/>
                  </a:ext>
                </a:extLst>
              </a:tr>
              <a:tr h="2689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Quad Elements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378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77787"/>
                  </a:ext>
                </a:extLst>
              </a:tr>
              <a:tr h="2689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Reynolds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j-lt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99286"/>
                  </a:ext>
                </a:extLst>
              </a:tr>
            </a:tbl>
          </a:graphicData>
        </a:graphic>
      </p:graphicFrame>
      <p:pic>
        <p:nvPicPr>
          <p:cNvPr id="16" name="Graphic 18">
            <a:extLst>
              <a:ext uri="{FF2B5EF4-FFF2-40B4-BE49-F238E27FC236}">
                <a16:creationId xmlns:a16="http://schemas.microsoft.com/office/drawing/2014/main" id="{3419F08E-FCE0-7022-596A-25A8B9E27F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387" t="4502" r="8266" b="3574"/>
          <a:stretch>
            <a:fillRect/>
          </a:stretch>
        </p:blipFill>
        <p:spPr bwMode="auto">
          <a:xfrm>
            <a:off x="4684156" y="1071111"/>
            <a:ext cx="2735580" cy="25596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CACF4976-3955-C041-82B1-527B8E38B253}"/>
              </a:ext>
            </a:extLst>
          </p:cNvPr>
          <p:cNvSpPr txBox="1">
            <a:spLocks/>
          </p:cNvSpPr>
          <p:nvPr/>
        </p:nvSpPr>
        <p:spPr>
          <a:xfrm>
            <a:off x="803582" y="272894"/>
            <a:ext cx="6759804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Flow over Circular Cylinder</a:t>
            </a:r>
            <a:endParaRPr lang="en-IN" dirty="0">
              <a:solidFill>
                <a:schemeClr val="accent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9BC038FD-3F7B-ABB1-2243-F94AAAAB69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3912" y="4000282"/>
            <a:ext cx="2356068" cy="2356068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5198DD64-A2CC-EA87-9A8C-FF73CFA8DB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204" t="937" r="14712" b="-937"/>
          <a:stretch>
            <a:fillRect/>
          </a:stretch>
        </p:blipFill>
        <p:spPr>
          <a:xfrm>
            <a:off x="697585" y="4010283"/>
            <a:ext cx="3561314" cy="239086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D9CD508-406B-7F48-44D5-B9F204A8FD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24184" t="12543" r="23929" b="11345"/>
          <a:stretch>
            <a:fillRect/>
          </a:stretch>
        </p:blipFill>
        <p:spPr>
          <a:xfrm>
            <a:off x="1309106" y="1175049"/>
            <a:ext cx="2874378" cy="23518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3B1AE9-072E-F03E-6B32-596E7FF43359}"/>
              </a:ext>
            </a:extLst>
          </p:cNvPr>
          <p:cNvSpPr txBox="1"/>
          <p:nvPr/>
        </p:nvSpPr>
        <p:spPr>
          <a:xfrm>
            <a:off x="1630837" y="3563850"/>
            <a:ext cx="26280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14(a): CC - </a:t>
            </a:r>
            <a:r>
              <a:rPr lang="en-IN" sz="1200" dirty="0" err="1">
                <a:latin typeface="+mj-lt"/>
              </a:rPr>
              <a:t>Gmsh</a:t>
            </a:r>
            <a:r>
              <a:rPr lang="en-IN" sz="1200" dirty="0">
                <a:latin typeface="+mj-lt"/>
              </a:rPr>
              <a:t> Coarse Mesh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533B6B-5C53-22CF-29E8-5527048CDE55}"/>
              </a:ext>
            </a:extLst>
          </p:cNvPr>
          <p:cNvSpPr txBox="1"/>
          <p:nvPr/>
        </p:nvSpPr>
        <p:spPr>
          <a:xfrm>
            <a:off x="4827806" y="3600632"/>
            <a:ext cx="27355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14(b): CC - </a:t>
            </a:r>
            <a:r>
              <a:rPr lang="en-IN" sz="1200" dirty="0">
                <a:latin typeface="+mj-lt"/>
              </a:rPr>
              <a:t>4</a:t>
            </a:r>
            <a:r>
              <a:rPr lang="en-IN" sz="1200" baseline="30000" dirty="0">
                <a:latin typeface="+mj-lt"/>
              </a:rPr>
              <a:t>th</a:t>
            </a:r>
            <a:r>
              <a:rPr lang="en-IN" sz="1200" dirty="0">
                <a:latin typeface="+mj-lt"/>
              </a:rPr>
              <a:t> order SEM Mesh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A5CB31-105F-6186-582B-F931552EE3C0}"/>
              </a:ext>
            </a:extLst>
          </p:cNvPr>
          <p:cNvSpPr txBox="1"/>
          <p:nvPr/>
        </p:nvSpPr>
        <p:spPr>
          <a:xfrm>
            <a:off x="7768134" y="3625759"/>
            <a:ext cx="3585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14(c): CC - </a:t>
            </a:r>
            <a:r>
              <a:rPr lang="en-IN" sz="1200" dirty="0">
                <a:latin typeface="+mj-lt"/>
              </a:rPr>
              <a:t>Geometry and Boundary Conditions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0A5C81-E4F0-8652-1DA4-41CA7BF3C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3312" y="4257325"/>
            <a:ext cx="235606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Numerical Simulation Parameters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938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C28E6-4E2B-C4AD-A057-308E1A38A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980"/>
            <a:ext cx="10515600" cy="766091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FEM vs SEM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00712-25DC-6E44-22A7-E05C4A30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0473A-E981-46F9-8BB6-BA7D1A1A4AC3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77525-D484-B26F-9BCF-4EA38720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D03F8-5A42-5166-6AE7-9A7A1C22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29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8">
                <a:extLst>
                  <a:ext uri="{FF2B5EF4-FFF2-40B4-BE49-F238E27FC236}">
                    <a16:creationId xmlns:a16="http://schemas.microsoft.com/office/drawing/2014/main" id="{3139C336-F1EC-71DC-DAC5-807A300C114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20891651"/>
                  </p:ext>
                </p:extLst>
              </p:nvPr>
            </p:nvGraphicFramePr>
            <p:xfrm>
              <a:off x="838200" y="1634805"/>
              <a:ext cx="8206821" cy="17478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014893">
                      <a:extLst>
                        <a:ext uri="{9D8B030D-6E8A-4147-A177-3AD203B41FA5}">
                          <a16:colId xmlns:a16="http://schemas.microsoft.com/office/drawing/2014/main" val="174988510"/>
                        </a:ext>
                      </a:extLst>
                    </a:gridCol>
                    <a:gridCol w="1053623">
                      <a:extLst>
                        <a:ext uri="{9D8B030D-6E8A-4147-A177-3AD203B41FA5}">
                          <a16:colId xmlns:a16="http://schemas.microsoft.com/office/drawing/2014/main" val="2105292873"/>
                        </a:ext>
                      </a:extLst>
                    </a:gridCol>
                    <a:gridCol w="1533898">
                      <a:extLst>
                        <a:ext uri="{9D8B030D-6E8A-4147-A177-3AD203B41FA5}">
                          <a16:colId xmlns:a16="http://schemas.microsoft.com/office/drawing/2014/main" val="1721074672"/>
                        </a:ext>
                      </a:extLst>
                    </a:gridCol>
                    <a:gridCol w="644363">
                      <a:extLst>
                        <a:ext uri="{9D8B030D-6E8A-4147-A177-3AD203B41FA5}">
                          <a16:colId xmlns:a16="http://schemas.microsoft.com/office/drawing/2014/main" val="1945992659"/>
                        </a:ext>
                      </a:extLst>
                    </a:gridCol>
                    <a:gridCol w="563818">
                      <a:extLst>
                        <a:ext uri="{9D8B030D-6E8A-4147-A177-3AD203B41FA5}">
                          <a16:colId xmlns:a16="http://schemas.microsoft.com/office/drawing/2014/main" val="1281995123"/>
                        </a:ext>
                      </a:extLst>
                    </a:gridCol>
                    <a:gridCol w="1091004">
                      <a:extLst>
                        <a:ext uri="{9D8B030D-6E8A-4147-A177-3AD203B41FA5}">
                          <a16:colId xmlns:a16="http://schemas.microsoft.com/office/drawing/2014/main" val="414509214"/>
                        </a:ext>
                      </a:extLst>
                    </a:gridCol>
                    <a:gridCol w="1305222">
                      <a:extLst>
                        <a:ext uri="{9D8B030D-6E8A-4147-A177-3AD203B41FA5}">
                          <a16:colId xmlns:a16="http://schemas.microsoft.com/office/drawing/2014/main" val="297191101"/>
                        </a:ext>
                      </a:extLst>
                    </a:gridCol>
                  </a:tblGrid>
                  <a:tr h="429603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Preconditioner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Quad elements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Velocity &amp; Pressure Nodes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Average Iterations/timestep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Computational Time (s)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90348622"/>
                      </a:ext>
                    </a:extLst>
                  </a:tr>
                  <a:tr h="356941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 sz="1400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Pressure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6134462"/>
                      </a:ext>
                    </a:extLst>
                  </a:tr>
                  <a:tr h="51267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Jacobi Preconditioner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5400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21826, 5513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(Order = 2,1)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4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5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288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3674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203387749"/>
                      </a:ext>
                    </a:extLst>
                  </a:tr>
                  <a:tr h="42960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ILU Preconditioner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68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2820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681773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8">
                <a:extLst>
                  <a:ext uri="{FF2B5EF4-FFF2-40B4-BE49-F238E27FC236}">
                    <a16:creationId xmlns:a16="http://schemas.microsoft.com/office/drawing/2014/main" id="{3139C336-F1EC-71DC-DAC5-807A300C114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20891651"/>
                  </p:ext>
                </p:extLst>
              </p:nvPr>
            </p:nvGraphicFramePr>
            <p:xfrm>
              <a:off x="838200" y="1634805"/>
              <a:ext cx="8206821" cy="17478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014893">
                      <a:extLst>
                        <a:ext uri="{9D8B030D-6E8A-4147-A177-3AD203B41FA5}">
                          <a16:colId xmlns:a16="http://schemas.microsoft.com/office/drawing/2014/main" val="174988510"/>
                        </a:ext>
                      </a:extLst>
                    </a:gridCol>
                    <a:gridCol w="1053623">
                      <a:extLst>
                        <a:ext uri="{9D8B030D-6E8A-4147-A177-3AD203B41FA5}">
                          <a16:colId xmlns:a16="http://schemas.microsoft.com/office/drawing/2014/main" val="2105292873"/>
                        </a:ext>
                      </a:extLst>
                    </a:gridCol>
                    <a:gridCol w="1533898">
                      <a:extLst>
                        <a:ext uri="{9D8B030D-6E8A-4147-A177-3AD203B41FA5}">
                          <a16:colId xmlns:a16="http://schemas.microsoft.com/office/drawing/2014/main" val="1721074672"/>
                        </a:ext>
                      </a:extLst>
                    </a:gridCol>
                    <a:gridCol w="644363">
                      <a:extLst>
                        <a:ext uri="{9D8B030D-6E8A-4147-A177-3AD203B41FA5}">
                          <a16:colId xmlns:a16="http://schemas.microsoft.com/office/drawing/2014/main" val="1945992659"/>
                        </a:ext>
                      </a:extLst>
                    </a:gridCol>
                    <a:gridCol w="563818">
                      <a:extLst>
                        <a:ext uri="{9D8B030D-6E8A-4147-A177-3AD203B41FA5}">
                          <a16:colId xmlns:a16="http://schemas.microsoft.com/office/drawing/2014/main" val="1281995123"/>
                        </a:ext>
                      </a:extLst>
                    </a:gridCol>
                    <a:gridCol w="1091004">
                      <a:extLst>
                        <a:ext uri="{9D8B030D-6E8A-4147-A177-3AD203B41FA5}">
                          <a16:colId xmlns:a16="http://schemas.microsoft.com/office/drawing/2014/main" val="414509214"/>
                        </a:ext>
                      </a:extLst>
                    </a:gridCol>
                    <a:gridCol w="1305222">
                      <a:extLst>
                        <a:ext uri="{9D8B030D-6E8A-4147-A177-3AD203B41FA5}">
                          <a16:colId xmlns:a16="http://schemas.microsoft.com/office/drawing/2014/main" val="297191101"/>
                        </a:ext>
                      </a:extLst>
                    </a:gridCol>
                  </a:tblGrid>
                  <a:tr h="429603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Preconditioner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Quad elements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Velocity &amp; Pressure Nodes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Average Iterations/timestep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Computational Time (s)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90348622"/>
                      </a:ext>
                    </a:extLst>
                  </a:tr>
                  <a:tr h="375920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 sz="1400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713208" t="-118033" r="-460377" b="-2573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26882" t="-118033" r="-424731" b="-2573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Pressure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6134462"/>
                      </a:ext>
                    </a:extLst>
                  </a:tr>
                  <a:tr h="51267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Jacobi Preconditioner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5400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21826, 5513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(Order = 2,1)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4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5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288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3674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203387749"/>
                      </a:ext>
                    </a:extLst>
                  </a:tr>
                  <a:tr h="42960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ILU Preconditioner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68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2820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681773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E9E7FE8C-92E6-8A6F-898A-1B6C7F0434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2534948"/>
                  </p:ext>
                </p:extLst>
              </p:nvPr>
            </p:nvGraphicFramePr>
            <p:xfrm>
              <a:off x="3146980" y="4143728"/>
              <a:ext cx="8206820" cy="212207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48012">
                      <a:extLst>
                        <a:ext uri="{9D8B030D-6E8A-4147-A177-3AD203B41FA5}">
                          <a16:colId xmlns:a16="http://schemas.microsoft.com/office/drawing/2014/main" val="1537409669"/>
                        </a:ext>
                      </a:extLst>
                    </a:gridCol>
                    <a:gridCol w="903184">
                      <a:extLst>
                        <a:ext uri="{9D8B030D-6E8A-4147-A177-3AD203B41FA5}">
                          <a16:colId xmlns:a16="http://schemas.microsoft.com/office/drawing/2014/main" val="3514913401"/>
                        </a:ext>
                      </a:extLst>
                    </a:gridCol>
                    <a:gridCol w="1325504">
                      <a:extLst>
                        <a:ext uri="{9D8B030D-6E8A-4147-A177-3AD203B41FA5}">
                          <a16:colId xmlns:a16="http://schemas.microsoft.com/office/drawing/2014/main" val="2216473803"/>
                        </a:ext>
                      </a:extLst>
                    </a:gridCol>
                    <a:gridCol w="531005">
                      <a:extLst>
                        <a:ext uri="{9D8B030D-6E8A-4147-A177-3AD203B41FA5}">
                          <a16:colId xmlns:a16="http://schemas.microsoft.com/office/drawing/2014/main" val="316856792"/>
                        </a:ext>
                      </a:extLst>
                    </a:gridCol>
                    <a:gridCol w="428893">
                      <a:extLst>
                        <a:ext uri="{9D8B030D-6E8A-4147-A177-3AD203B41FA5}">
                          <a16:colId xmlns:a16="http://schemas.microsoft.com/office/drawing/2014/main" val="3157133760"/>
                        </a:ext>
                      </a:extLst>
                    </a:gridCol>
                    <a:gridCol w="864754">
                      <a:extLst>
                        <a:ext uri="{9D8B030D-6E8A-4147-A177-3AD203B41FA5}">
                          <a16:colId xmlns:a16="http://schemas.microsoft.com/office/drawing/2014/main" val="3418420820"/>
                        </a:ext>
                      </a:extLst>
                    </a:gridCol>
                    <a:gridCol w="1348387">
                      <a:extLst>
                        <a:ext uri="{9D8B030D-6E8A-4147-A177-3AD203B41FA5}">
                          <a16:colId xmlns:a16="http://schemas.microsoft.com/office/drawing/2014/main" val="2365445310"/>
                        </a:ext>
                      </a:extLst>
                    </a:gridCol>
                    <a:gridCol w="841195">
                      <a:extLst>
                        <a:ext uri="{9D8B030D-6E8A-4147-A177-3AD203B41FA5}">
                          <a16:colId xmlns:a16="http://schemas.microsoft.com/office/drawing/2014/main" val="3121511549"/>
                        </a:ext>
                      </a:extLst>
                    </a:gridCol>
                    <a:gridCol w="1015886">
                      <a:extLst>
                        <a:ext uri="{9D8B030D-6E8A-4147-A177-3AD203B41FA5}">
                          <a16:colId xmlns:a16="http://schemas.microsoft.com/office/drawing/2014/main" val="1682117378"/>
                        </a:ext>
                      </a:extLst>
                    </a:gridCol>
                  </a:tblGrid>
                  <a:tr h="513620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Order of Interpolation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Quad elements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Velocity &amp; Pressure Nodes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Average Iterations/timestep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Computational Time (s)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2"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Absolute Error (%)</a:t>
                          </a: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25136794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gridSpan="3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Lift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2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 dirty="0"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Drag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2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 dirty="0"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20681368"/>
                      </a:ext>
                    </a:extLst>
                  </a:tr>
                  <a:tr h="222885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Pressure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155360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</a:t>
                          </a:r>
                          <a:r>
                            <a:rPr lang="en-IN" sz="1200" kern="100" baseline="30000">
                              <a:effectLst/>
                              <a:latin typeface="+mj-lt"/>
                            </a:rPr>
                            <a:t>nd</a:t>
                          </a:r>
                          <a:r>
                            <a:rPr lang="en-IN" sz="1200" kern="100">
                              <a:effectLst/>
                              <a:latin typeface="+mj-lt"/>
                            </a:rPr>
                            <a:t> order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5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378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1590, 1590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20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617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24.567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0.7380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6231135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3rd order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3519, 3519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34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2648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4.10753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1.1070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49071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4th order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6204, 6204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46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4576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0.20147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0.1476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9513758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5th order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9645, 9645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53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8382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0.1173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0.0780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972639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6th order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13842, 13842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60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10254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061747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E9E7FE8C-92E6-8A6F-898A-1B6C7F0434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2534948"/>
                  </p:ext>
                </p:extLst>
              </p:nvPr>
            </p:nvGraphicFramePr>
            <p:xfrm>
              <a:off x="3146980" y="4143728"/>
              <a:ext cx="8206820" cy="212207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48012">
                      <a:extLst>
                        <a:ext uri="{9D8B030D-6E8A-4147-A177-3AD203B41FA5}">
                          <a16:colId xmlns:a16="http://schemas.microsoft.com/office/drawing/2014/main" val="1537409669"/>
                        </a:ext>
                      </a:extLst>
                    </a:gridCol>
                    <a:gridCol w="903184">
                      <a:extLst>
                        <a:ext uri="{9D8B030D-6E8A-4147-A177-3AD203B41FA5}">
                          <a16:colId xmlns:a16="http://schemas.microsoft.com/office/drawing/2014/main" val="3514913401"/>
                        </a:ext>
                      </a:extLst>
                    </a:gridCol>
                    <a:gridCol w="1325504">
                      <a:extLst>
                        <a:ext uri="{9D8B030D-6E8A-4147-A177-3AD203B41FA5}">
                          <a16:colId xmlns:a16="http://schemas.microsoft.com/office/drawing/2014/main" val="2216473803"/>
                        </a:ext>
                      </a:extLst>
                    </a:gridCol>
                    <a:gridCol w="531005">
                      <a:extLst>
                        <a:ext uri="{9D8B030D-6E8A-4147-A177-3AD203B41FA5}">
                          <a16:colId xmlns:a16="http://schemas.microsoft.com/office/drawing/2014/main" val="316856792"/>
                        </a:ext>
                      </a:extLst>
                    </a:gridCol>
                    <a:gridCol w="428893">
                      <a:extLst>
                        <a:ext uri="{9D8B030D-6E8A-4147-A177-3AD203B41FA5}">
                          <a16:colId xmlns:a16="http://schemas.microsoft.com/office/drawing/2014/main" val="3157133760"/>
                        </a:ext>
                      </a:extLst>
                    </a:gridCol>
                    <a:gridCol w="864754">
                      <a:extLst>
                        <a:ext uri="{9D8B030D-6E8A-4147-A177-3AD203B41FA5}">
                          <a16:colId xmlns:a16="http://schemas.microsoft.com/office/drawing/2014/main" val="3418420820"/>
                        </a:ext>
                      </a:extLst>
                    </a:gridCol>
                    <a:gridCol w="1348387">
                      <a:extLst>
                        <a:ext uri="{9D8B030D-6E8A-4147-A177-3AD203B41FA5}">
                          <a16:colId xmlns:a16="http://schemas.microsoft.com/office/drawing/2014/main" val="2365445310"/>
                        </a:ext>
                      </a:extLst>
                    </a:gridCol>
                    <a:gridCol w="841195">
                      <a:extLst>
                        <a:ext uri="{9D8B030D-6E8A-4147-A177-3AD203B41FA5}">
                          <a16:colId xmlns:a16="http://schemas.microsoft.com/office/drawing/2014/main" val="3121511549"/>
                        </a:ext>
                      </a:extLst>
                    </a:gridCol>
                    <a:gridCol w="1015886">
                      <a:extLst>
                        <a:ext uri="{9D8B030D-6E8A-4147-A177-3AD203B41FA5}">
                          <a16:colId xmlns:a16="http://schemas.microsoft.com/office/drawing/2014/main" val="1682117378"/>
                        </a:ext>
                      </a:extLst>
                    </a:gridCol>
                  </a:tblGrid>
                  <a:tr h="513620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Order of Interpolation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Quad elements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Velocity &amp; Pressure Nodes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Average Iterations/timestep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Computational Time (s)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2"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Absolute Error (%)</a:t>
                          </a: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251367945"/>
                      </a:ext>
                    </a:extLst>
                  </a:tr>
                  <a:tr h="25400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gridSpan="3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55797" t="-128788" r="-122464" b="-325758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07186" t="-128788" r="-1198" b="-3257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0681368"/>
                      </a:ext>
                    </a:extLst>
                  </a:tr>
                  <a:tr h="375920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93182" t="-147541" r="-840909" b="-3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71429" t="-147541" r="-957143" b="-3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Pressure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15536029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</a:t>
                          </a:r>
                          <a:r>
                            <a:rPr lang="en-IN" sz="1200" kern="100" baseline="30000">
                              <a:effectLst/>
                              <a:latin typeface="+mj-lt"/>
                            </a:rPr>
                            <a:t>nd</a:t>
                          </a:r>
                          <a:r>
                            <a:rPr lang="en-IN" sz="1200" kern="100">
                              <a:effectLst/>
                              <a:latin typeface="+mj-lt"/>
                            </a:rPr>
                            <a:t> order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5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378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1590, 1590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20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617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24.567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0.7380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62311350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3rd order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3519, 3519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34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2648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4.10753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1.1070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4907126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4th order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6204, 6204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46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4576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0.20147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0.1476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95137589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5th order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9645, 9645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53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8382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0.1173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0.0780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97263982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6th order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13842, 13842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60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10254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061747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ACF99257-B362-E249-3BB1-6F63A32D7001}"/>
              </a:ext>
            </a:extLst>
          </p:cNvPr>
          <p:cNvSpPr/>
          <p:nvPr/>
        </p:nvSpPr>
        <p:spPr>
          <a:xfrm>
            <a:off x="809919" y="4569546"/>
            <a:ext cx="2298568" cy="1728821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15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+mj-lt"/>
              </a:rPr>
              <a:t>Lower number of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+mj-lt"/>
              </a:rPr>
              <a:t>Lower number of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+mj-lt"/>
              </a:rPr>
              <a:t>Less computational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+mj-lt"/>
              </a:rPr>
              <a:t>Higher accuracy</a:t>
            </a:r>
          </a:p>
          <a:p>
            <a:pPr algn="ctr"/>
            <a:endParaRPr lang="en-IN" sz="1600" dirty="0">
              <a:latin typeface="+mj-lt"/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E6817C5C-5852-18BE-D156-8F9461973A78}"/>
              </a:ext>
            </a:extLst>
          </p:cNvPr>
          <p:cNvSpPr/>
          <p:nvPr/>
        </p:nvSpPr>
        <p:spPr>
          <a:xfrm>
            <a:off x="9318395" y="1606698"/>
            <a:ext cx="414780" cy="1895049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FC3DE64-AEDB-16D6-0C3D-DFAB3EB4B18A}"/>
              </a:ext>
            </a:extLst>
          </p:cNvPr>
          <p:cNvSpPr/>
          <p:nvPr/>
        </p:nvSpPr>
        <p:spPr>
          <a:xfrm>
            <a:off x="9813303" y="2330532"/>
            <a:ext cx="876693" cy="527901"/>
          </a:xfrm>
          <a:prstGeom prst="snip2Diag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+mj-lt"/>
              </a:rPr>
              <a:t>FEM</a:t>
            </a:r>
          </a:p>
        </p:txBody>
      </p:sp>
      <p:sp>
        <p:nvSpPr>
          <p:cNvPr id="16" name="Rectangle: Diagonal Corners Snipped 15">
            <a:extLst>
              <a:ext uri="{FF2B5EF4-FFF2-40B4-BE49-F238E27FC236}">
                <a16:creationId xmlns:a16="http://schemas.microsoft.com/office/drawing/2014/main" id="{2337FA10-8788-DA4D-6F1D-8852769F6591}"/>
              </a:ext>
            </a:extLst>
          </p:cNvPr>
          <p:cNvSpPr/>
          <p:nvPr/>
        </p:nvSpPr>
        <p:spPr>
          <a:xfrm>
            <a:off x="1632408" y="3983662"/>
            <a:ext cx="876693" cy="527901"/>
          </a:xfrm>
          <a:prstGeom prst="snip2Diag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+mj-lt"/>
              </a:rPr>
              <a:t>SEM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B7B1ECB-D822-07F3-F657-95C397C68E3F}"/>
              </a:ext>
            </a:extLst>
          </p:cNvPr>
          <p:cNvSpPr/>
          <p:nvPr/>
        </p:nvSpPr>
        <p:spPr>
          <a:xfrm>
            <a:off x="2658359" y="4157472"/>
            <a:ext cx="329938" cy="1547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Left-Up 17">
            <a:extLst>
              <a:ext uri="{FF2B5EF4-FFF2-40B4-BE49-F238E27FC236}">
                <a16:creationId xmlns:a16="http://schemas.microsoft.com/office/drawing/2014/main" id="{73BC481F-147A-2162-0DDB-70A8677ED136}"/>
              </a:ext>
            </a:extLst>
          </p:cNvPr>
          <p:cNvSpPr/>
          <p:nvPr/>
        </p:nvSpPr>
        <p:spPr>
          <a:xfrm rot="10800000">
            <a:off x="1293828" y="4157472"/>
            <a:ext cx="263951" cy="329939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92C478F-7B8D-3BBA-28DA-B734113CFA9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88" t="11780" r="13862" b="8894"/>
          <a:stretch/>
        </p:blipFill>
        <p:spPr>
          <a:xfrm>
            <a:off x="9733175" y="849082"/>
            <a:ext cx="1338605" cy="136603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1DC99FC-DDDE-CE42-E6AF-C4D5AA0F2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768" y="1351868"/>
            <a:ext cx="331772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12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able </a:t>
            </a:r>
            <a:r>
              <a:rPr lang="en-US" altLang="en-US" sz="1200" dirty="0" bmk="_Toc200483113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altLang="en-US" sz="1200" b="0" i="0" u="none" strike="noStrike" cap="none" normalizeH="0" baseline="0" dirty="0" bmk="_Toc200483113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CC - FEM Results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D663078-927F-5315-04ED-C1713B6EA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526" y="3790576"/>
            <a:ext cx="331772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12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able </a:t>
            </a:r>
            <a:r>
              <a:rPr kumimoji="0" lang="en-US" altLang="en-US" sz="1200" b="0" i="0" u="none" strike="noStrike" cap="none" normalizeH="0" baseline="0" dirty="0" bmk="_Toc200483113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4: CC - </a:t>
            </a:r>
            <a:r>
              <a:rPr lang="en-US" altLang="en-US" sz="1200" dirty="0" bmk="_Toc200483113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kumimoji="0" lang="en-US" altLang="en-US" sz="1200" b="0" i="0" u="none" strike="noStrike" cap="none" normalizeH="0" baseline="0" dirty="0" bmk="_Toc200483113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 Results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30539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23026-9FFD-9E75-9312-48C8D8950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0473A-E981-46F9-8BB6-BA7D1A1A4AC3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4C488-8D8E-6403-36D6-79CC627FF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E98A6-91A5-AD5F-A5CB-B9E2B2A2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30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5A8E1B8-A5C1-DECF-4211-0A8A35D718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2795660"/>
                  </p:ext>
                </p:extLst>
              </p:nvPr>
            </p:nvGraphicFramePr>
            <p:xfrm>
              <a:off x="593103" y="4131598"/>
              <a:ext cx="6170439" cy="206889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867145">
                      <a:extLst>
                        <a:ext uri="{9D8B030D-6E8A-4147-A177-3AD203B41FA5}">
                          <a16:colId xmlns:a16="http://schemas.microsoft.com/office/drawing/2014/main" val="3694641872"/>
                        </a:ext>
                      </a:extLst>
                    </a:gridCol>
                    <a:gridCol w="1127619">
                      <a:extLst>
                        <a:ext uri="{9D8B030D-6E8A-4147-A177-3AD203B41FA5}">
                          <a16:colId xmlns:a16="http://schemas.microsoft.com/office/drawing/2014/main" val="3338178314"/>
                        </a:ext>
                      </a:extLst>
                    </a:gridCol>
                    <a:gridCol w="1127619">
                      <a:extLst>
                        <a:ext uri="{9D8B030D-6E8A-4147-A177-3AD203B41FA5}">
                          <a16:colId xmlns:a16="http://schemas.microsoft.com/office/drawing/2014/main" val="2809510855"/>
                        </a:ext>
                      </a:extLst>
                    </a:gridCol>
                    <a:gridCol w="1048056">
                      <a:extLst>
                        <a:ext uri="{9D8B030D-6E8A-4147-A177-3AD203B41FA5}">
                          <a16:colId xmlns:a16="http://schemas.microsoft.com/office/drawing/2014/main" val="166586780"/>
                        </a:ext>
                      </a:extLst>
                    </a:gridCol>
                  </a:tblGrid>
                  <a:tr h="182880">
                    <a:tc rowSpan="2">
                      <a:txBody>
                        <a:bodyPr/>
                        <a:lstStyle/>
                        <a:p>
                          <a:endParaRPr lang="en-IN" sz="1200" kern="100" dirty="0">
                            <a:effectLst/>
                            <a:latin typeface="+mj-lt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Numerical Results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3397273"/>
                      </a:ext>
                    </a:extLst>
                  </a:tr>
                  <a:tr h="182880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Mean Value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Peak Value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RMS value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92464847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Form Lift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0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0.2918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0.206122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4303906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Form Drag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1.02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-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-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07732472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Skin friction Lift Coefficient </a:t>
                          </a:r>
                          <a14:m>
                            <m:oMath xmlns:m="http://schemas.openxmlformats.org/officeDocument/2006/math"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0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0.04535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0.0320673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41149038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Skin friction Drag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>
                              <a:effectLst/>
                              <a:latin typeface="+mj-lt"/>
                            </a:rPr>
                            <a:t>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0.3475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-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-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25847386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Total Lift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0.332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0.23476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63187235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Total Drag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>
                              <a:effectLst/>
                              <a:latin typeface="+mj-lt"/>
                            </a:rPr>
                            <a:t>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1.35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-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-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323241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5A8E1B8-A5C1-DECF-4211-0A8A35D718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2795660"/>
                  </p:ext>
                </p:extLst>
              </p:nvPr>
            </p:nvGraphicFramePr>
            <p:xfrm>
              <a:off x="593103" y="4131598"/>
              <a:ext cx="6170439" cy="207524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867145">
                      <a:extLst>
                        <a:ext uri="{9D8B030D-6E8A-4147-A177-3AD203B41FA5}">
                          <a16:colId xmlns:a16="http://schemas.microsoft.com/office/drawing/2014/main" val="3694641872"/>
                        </a:ext>
                      </a:extLst>
                    </a:gridCol>
                    <a:gridCol w="1127619">
                      <a:extLst>
                        <a:ext uri="{9D8B030D-6E8A-4147-A177-3AD203B41FA5}">
                          <a16:colId xmlns:a16="http://schemas.microsoft.com/office/drawing/2014/main" val="3338178314"/>
                        </a:ext>
                      </a:extLst>
                    </a:gridCol>
                    <a:gridCol w="1127619">
                      <a:extLst>
                        <a:ext uri="{9D8B030D-6E8A-4147-A177-3AD203B41FA5}">
                          <a16:colId xmlns:a16="http://schemas.microsoft.com/office/drawing/2014/main" val="2809510855"/>
                        </a:ext>
                      </a:extLst>
                    </a:gridCol>
                    <a:gridCol w="1048056">
                      <a:extLst>
                        <a:ext uri="{9D8B030D-6E8A-4147-A177-3AD203B41FA5}">
                          <a16:colId xmlns:a16="http://schemas.microsoft.com/office/drawing/2014/main" val="166586780"/>
                        </a:ext>
                      </a:extLst>
                    </a:gridCol>
                  </a:tblGrid>
                  <a:tr h="281750">
                    <a:tc rowSpan="2">
                      <a:txBody>
                        <a:bodyPr/>
                        <a:lstStyle/>
                        <a:p>
                          <a:endParaRPr lang="en-IN" sz="1200" kern="100" dirty="0">
                            <a:effectLst/>
                            <a:latin typeface="+mj-lt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Numerical Results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3397273"/>
                      </a:ext>
                    </a:extLst>
                  </a:tr>
                  <a:tr h="241427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Mean Value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Peak Value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RMS value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92464847"/>
                      </a:ext>
                    </a:extLst>
                  </a:tr>
                  <a:tr h="2741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12" t="-193333" r="-115499" b="-5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0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0.2918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0.206122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4303906"/>
                      </a:ext>
                    </a:extLst>
                  </a:tr>
                  <a:tr h="2741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12" t="-286957" r="-115499" b="-391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1.02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-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-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07732472"/>
                      </a:ext>
                    </a:extLst>
                  </a:tr>
                  <a:tr h="2604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12" t="-423810" r="-115499" b="-3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0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0.04535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0.0320673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41149038"/>
                      </a:ext>
                    </a:extLst>
                  </a:tr>
                  <a:tr h="2604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12" t="-511628" r="-115499" b="-2209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0.3475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-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-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25847386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12" t="-657500" r="-115499" b="-1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0.332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0.23476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63187235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12" t="-757500" r="-115499" b="-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1.35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-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-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3232412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444B337-702E-0047-F86B-C11D91F761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0434825"/>
                  </p:ext>
                </p:extLst>
              </p:nvPr>
            </p:nvGraphicFramePr>
            <p:xfrm>
              <a:off x="6851624" y="4434779"/>
              <a:ext cx="4680598" cy="151098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44701">
                      <a:extLst>
                        <a:ext uri="{9D8B030D-6E8A-4147-A177-3AD203B41FA5}">
                          <a16:colId xmlns:a16="http://schemas.microsoft.com/office/drawing/2014/main" val="915822377"/>
                        </a:ext>
                      </a:extLst>
                    </a:gridCol>
                    <a:gridCol w="971550">
                      <a:extLst>
                        <a:ext uri="{9D8B030D-6E8A-4147-A177-3AD203B41FA5}">
                          <a16:colId xmlns:a16="http://schemas.microsoft.com/office/drawing/2014/main" val="1732746063"/>
                        </a:ext>
                      </a:extLst>
                    </a:gridCol>
                    <a:gridCol w="958138">
                      <a:extLst>
                        <a:ext uri="{9D8B030D-6E8A-4147-A177-3AD203B41FA5}">
                          <a16:colId xmlns:a16="http://schemas.microsoft.com/office/drawing/2014/main" val="2347907933"/>
                        </a:ext>
                      </a:extLst>
                    </a:gridCol>
                    <a:gridCol w="906209">
                      <a:extLst>
                        <a:ext uri="{9D8B030D-6E8A-4147-A177-3AD203B41FA5}">
                          <a16:colId xmlns:a16="http://schemas.microsoft.com/office/drawing/2014/main" val="379142608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 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SEM (4,4) (Present)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Park et al[37].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Absolute Error (%)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310271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>
                              <a:effectLst/>
                              <a:latin typeface="+mj-lt"/>
                            </a:rPr>
                            <a:t> (mean)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1.01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0.99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2.020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878098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>
                              <a:effectLst/>
                              <a:latin typeface="+mj-lt"/>
                            </a:rPr>
                            <a:t> (mean)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1.35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1.33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1.504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15912327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>
                              <a:effectLst/>
                              <a:latin typeface="+mj-lt"/>
                            </a:rPr>
                            <a:t>(rms)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0.2347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0.235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2.043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9697170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Strouhal Number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>
                              <a:effectLst/>
                              <a:latin typeface="+mj-lt"/>
                            </a:rPr>
                            <a:t>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0.164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0.165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0.165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9145621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444B337-702E-0047-F86B-C11D91F761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0434825"/>
                  </p:ext>
                </p:extLst>
              </p:nvPr>
            </p:nvGraphicFramePr>
            <p:xfrm>
              <a:off x="6851624" y="4434779"/>
              <a:ext cx="4680598" cy="151415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44701">
                      <a:extLst>
                        <a:ext uri="{9D8B030D-6E8A-4147-A177-3AD203B41FA5}">
                          <a16:colId xmlns:a16="http://schemas.microsoft.com/office/drawing/2014/main" val="915822377"/>
                        </a:ext>
                      </a:extLst>
                    </a:gridCol>
                    <a:gridCol w="971550">
                      <a:extLst>
                        <a:ext uri="{9D8B030D-6E8A-4147-A177-3AD203B41FA5}">
                          <a16:colId xmlns:a16="http://schemas.microsoft.com/office/drawing/2014/main" val="1732746063"/>
                        </a:ext>
                      </a:extLst>
                    </a:gridCol>
                    <a:gridCol w="958138">
                      <a:extLst>
                        <a:ext uri="{9D8B030D-6E8A-4147-A177-3AD203B41FA5}">
                          <a16:colId xmlns:a16="http://schemas.microsoft.com/office/drawing/2014/main" val="2347907933"/>
                        </a:ext>
                      </a:extLst>
                    </a:gridCol>
                    <a:gridCol w="906209">
                      <a:extLst>
                        <a:ext uri="{9D8B030D-6E8A-4147-A177-3AD203B41FA5}">
                          <a16:colId xmlns:a16="http://schemas.microsoft.com/office/drawing/2014/main" val="3791426083"/>
                        </a:ext>
                      </a:extLst>
                    </a:gridCol>
                  </a:tblGrid>
                  <a:tr h="5157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 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SEM (4,4) (Present)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Park et al[37].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Absolute Error (%)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31027157"/>
                      </a:ext>
                    </a:extLst>
                  </a:tr>
                  <a:tr h="2741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330" t="-191111" r="-15445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1.01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0.99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2.020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87809869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330" t="-327500" r="-154455" b="-2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1.35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1.33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1.504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159123279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330" t="-438462" r="-154455" b="-143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0.2347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0.235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2.043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969717053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330" t="-525000" r="-154455" b="-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0.164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0.165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0.165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91456214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EDBF79E-7A2D-D013-BEB9-392DA1E2E2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586" y="855160"/>
            <a:ext cx="2729230" cy="2729230"/>
          </a:xfrm>
          <a:prstGeom prst="rect">
            <a:avLst/>
          </a:prstGeom>
        </p:spPr>
      </p:pic>
      <p:pic>
        <p:nvPicPr>
          <p:cNvPr id="10" name="Vorticity_CC_SEM_4_4">
            <a:hlinkClick r:id="" action="ppaction://media"/>
            <a:extLst>
              <a:ext uri="{FF2B5EF4-FFF2-40B4-BE49-F238E27FC236}">
                <a16:creationId xmlns:a16="http://schemas.microsoft.com/office/drawing/2014/main" id="{FAA5C559-FCB8-9507-997B-641DE1260D5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462409" y="1151264"/>
            <a:ext cx="2433126" cy="243312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2BF1EBB-7515-808D-4B88-4BC87F52E40A}"/>
              </a:ext>
            </a:extLst>
          </p:cNvPr>
          <p:cNvSpPr txBox="1">
            <a:spLocks/>
          </p:cNvSpPr>
          <p:nvPr/>
        </p:nvSpPr>
        <p:spPr>
          <a:xfrm>
            <a:off x="736525" y="460587"/>
            <a:ext cx="6759804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Flow over Circular Cylinder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37C677-53EF-E9F9-F033-60B51B912A2A}"/>
              </a:ext>
            </a:extLst>
          </p:cNvPr>
          <p:cNvSpPr txBox="1"/>
          <p:nvPr/>
        </p:nvSpPr>
        <p:spPr>
          <a:xfrm>
            <a:off x="3944800" y="1879101"/>
            <a:ext cx="14855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15(a): </a:t>
            </a:r>
          </a:p>
          <a:p>
            <a:r>
              <a:rPr lang="en-IN" sz="1200" dirty="0">
                <a:latin typeface="+mj-lt"/>
              </a:rPr>
              <a:t>Vortex Shedding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CD42E5-7CD0-80CE-F1B8-0243C670B00F}"/>
              </a:ext>
            </a:extLst>
          </p:cNvPr>
          <p:cNvSpPr txBox="1"/>
          <p:nvPr/>
        </p:nvSpPr>
        <p:spPr>
          <a:xfrm>
            <a:off x="7226578" y="1879102"/>
            <a:ext cx="12240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15(b): </a:t>
            </a:r>
          </a:p>
          <a:p>
            <a:r>
              <a:rPr lang="en-IN" sz="1200" dirty="0">
                <a:latin typeface="+mj-lt"/>
              </a:rPr>
              <a:t>Lift Coefficient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AA0B067-318B-BB5C-FC72-95804C514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579" y="3845800"/>
            <a:ext cx="331772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12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able </a:t>
            </a:r>
            <a:r>
              <a:rPr kumimoji="0" lang="en-US" altLang="en-US" sz="1200" b="0" i="0" u="none" strike="noStrike" cap="none" normalizeH="0" baseline="0" dirty="0" bmk="_Toc200483113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5: CC-  Lift-Drag Coefficients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2EF6AFB-2515-E5EB-91D3-E75E93054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3059" y="4173728"/>
            <a:ext cx="331772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12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able </a:t>
            </a:r>
            <a:r>
              <a:rPr kumimoji="0" lang="en-US" altLang="en-US" sz="1200" b="0" i="0" u="none" strike="noStrike" cap="none" normalizeH="0" baseline="0" dirty="0" bmk="_Toc200483113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6: CC-Validation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878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2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46F8C-A023-820D-90DC-ADC7AECF5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40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Flow over Square Cylinder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C8760-32E4-E269-C8B2-E7C73735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0473A-E981-46F9-8BB6-BA7D1A1A4AC3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7AB1F-ABBD-6FED-1BF5-52FF65CFA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FD82E-57F8-F653-229F-A3F079270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31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B238FD-71EF-21FF-87CF-3EF013D0AE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520" y="1136387"/>
            <a:ext cx="3837493" cy="2508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096F93-D849-7992-DF8E-3DFD5BC008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9" t="8727" r="8727" b="6430"/>
          <a:stretch>
            <a:fillRect/>
          </a:stretch>
        </p:blipFill>
        <p:spPr>
          <a:xfrm>
            <a:off x="4660374" y="1376918"/>
            <a:ext cx="2266784" cy="2239033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22B8823-4CA4-AF52-F17C-D9504A7FC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230"/>
              </p:ext>
            </p:extLst>
          </p:nvPr>
        </p:nvGraphicFramePr>
        <p:xfrm>
          <a:off x="8268784" y="4384936"/>
          <a:ext cx="2408735" cy="170446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82703">
                  <a:extLst>
                    <a:ext uri="{9D8B030D-6E8A-4147-A177-3AD203B41FA5}">
                      <a16:colId xmlns:a16="http://schemas.microsoft.com/office/drawing/2014/main" val="2323661709"/>
                    </a:ext>
                  </a:extLst>
                </a:gridCol>
                <a:gridCol w="1026032">
                  <a:extLst>
                    <a:ext uri="{9D8B030D-6E8A-4147-A177-3AD203B41FA5}">
                      <a16:colId xmlns:a16="http://schemas.microsoft.com/office/drawing/2014/main" val="3479220999"/>
                    </a:ext>
                  </a:extLst>
                </a:gridCol>
              </a:tblGrid>
              <a:tr h="262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00" dirty="0">
                          <a:effectLst/>
                          <a:latin typeface="+mj-lt"/>
                        </a:rPr>
                        <a:t>No. of timesteps</a:t>
                      </a:r>
                      <a:endParaRPr lang="en-IN" sz="1200" b="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00" dirty="0">
                          <a:effectLst/>
                          <a:latin typeface="+mj-lt"/>
                        </a:rPr>
                        <a:t>50000</a:t>
                      </a:r>
                      <a:endParaRPr lang="en-IN" sz="1200" b="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912932"/>
                  </a:ext>
                </a:extLst>
              </a:tr>
              <a:tr h="262107"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Tolerance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1.00E-06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406593"/>
                  </a:ext>
                </a:extLst>
              </a:tr>
              <a:tr h="262107"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Order (Vel, Pres)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4,4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246525"/>
                  </a:ext>
                </a:extLst>
              </a:tr>
              <a:tr h="318048"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Nodes (Vel, Pres)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4848, 4848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655400"/>
                  </a:ext>
                </a:extLst>
              </a:tr>
              <a:tr h="262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Quad Elements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294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77787"/>
                  </a:ext>
                </a:extLst>
              </a:tr>
              <a:tr h="262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Reynolds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j-lt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72381"/>
                  </a:ext>
                </a:extLst>
              </a:tr>
            </a:tbl>
          </a:graphicData>
        </a:graphic>
      </p:graphicFrame>
      <p:pic>
        <p:nvPicPr>
          <p:cNvPr id="16" name="Graphic 15">
            <a:extLst>
              <a:ext uri="{FF2B5EF4-FFF2-40B4-BE49-F238E27FC236}">
                <a16:creationId xmlns:a16="http://schemas.microsoft.com/office/drawing/2014/main" id="{E630B97F-F5E6-DAF7-74F6-264FF2A3D0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2709"/>
          <a:stretch>
            <a:fillRect/>
          </a:stretch>
        </p:blipFill>
        <p:spPr>
          <a:xfrm>
            <a:off x="838200" y="3891147"/>
            <a:ext cx="3591849" cy="229517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C0F4F05-7E34-585F-414C-FB8E4D7A37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0374" y="3870523"/>
            <a:ext cx="2408735" cy="240873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AE432B9-DD52-6866-BA26-EA006F5552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3929" t="12970" r="23572" b="12970"/>
          <a:stretch>
            <a:fillRect/>
          </a:stretch>
        </p:blipFill>
        <p:spPr>
          <a:xfrm>
            <a:off x="1169996" y="1329180"/>
            <a:ext cx="2928258" cy="23040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4AD00E-3CC9-2B73-A81B-6733C06003F4}"/>
              </a:ext>
            </a:extLst>
          </p:cNvPr>
          <p:cNvSpPr txBox="1"/>
          <p:nvPr/>
        </p:nvSpPr>
        <p:spPr>
          <a:xfrm>
            <a:off x="4607617" y="3619415"/>
            <a:ext cx="26046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16(b): SC - </a:t>
            </a:r>
            <a:r>
              <a:rPr lang="en-IN" sz="1200" dirty="0">
                <a:latin typeface="+mj-lt"/>
              </a:rPr>
              <a:t>4</a:t>
            </a:r>
            <a:r>
              <a:rPr lang="en-IN" sz="1200" baseline="30000" dirty="0">
                <a:latin typeface="+mj-lt"/>
              </a:rPr>
              <a:t>th</a:t>
            </a:r>
            <a:r>
              <a:rPr lang="en-IN" sz="1200" dirty="0">
                <a:latin typeface="+mj-lt"/>
              </a:rPr>
              <a:t> order SEM Mesh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67ADD-0F65-F62F-E86C-2739A295E9D8}"/>
              </a:ext>
            </a:extLst>
          </p:cNvPr>
          <p:cNvSpPr txBox="1"/>
          <p:nvPr/>
        </p:nvSpPr>
        <p:spPr>
          <a:xfrm>
            <a:off x="1433956" y="3650616"/>
            <a:ext cx="26046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16(a): SC - </a:t>
            </a:r>
            <a:r>
              <a:rPr lang="en-IN" sz="1200" dirty="0" err="1">
                <a:latin typeface="+mj-lt"/>
              </a:rPr>
              <a:t>Gmsh</a:t>
            </a:r>
            <a:r>
              <a:rPr lang="en-IN" sz="1200" dirty="0">
                <a:latin typeface="+mj-lt"/>
              </a:rPr>
              <a:t> coarse Mesh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660740-D254-5C65-740E-AD4949A7F725}"/>
              </a:ext>
            </a:extLst>
          </p:cNvPr>
          <p:cNvSpPr txBox="1"/>
          <p:nvPr/>
        </p:nvSpPr>
        <p:spPr>
          <a:xfrm>
            <a:off x="7776932" y="3663689"/>
            <a:ext cx="35768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16(c): SC - </a:t>
            </a:r>
            <a:r>
              <a:rPr lang="en-IN" sz="1200" dirty="0">
                <a:latin typeface="+mj-lt"/>
              </a:rPr>
              <a:t>Geometry and Boundary Conditions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4F79E8-709A-1192-B912-8F30F015B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8784" y="4089552"/>
            <a:ext cx="235606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Numerical Simulation Parameters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917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0DE4E-619A-9E5B-8C9E-2D08EC483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0473A-E981-46F9-8BB6-BA7D1A1A4AC3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233A0-4442-1C5A-D61C-A65280319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8210F-1BAD-8A28-14FD-0E694EA4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32</a:t>
            </a:fld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C7AE01EF-A949-FF4C-A15B-4EDD443335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5299606"/>
                  </p:ext>
                </p:extLst>
              </p:nvPr>
            </p:nvGraphicFramePr>
            <p:xfrm>
              <a:off x="550351" y="4220527"/>
              <a:ext cx="7250792" cy="200206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68224">
                      <a:extLst>
                        <a:ext uri="{9D8B030D-6E8A-4147-A177-3AD203B41FA5}">
                          <a16:colId xmlns:a16="http://schemas.microsoft.com/office/drawing/2014/main" val="3890982215"/>
                        </a:ext>
                      </a:extLst>
                    </a:gridCol>
                    <a:gridCol w="998876">
                      <a:extLst>
                        <a:ext uri="{9D8B030D-6E8A-4147-A177-3AD203B41FA5}">
                          <a16:colId xmlns:a16="http://schemas.microsoft.com/office/drawing/2014/main" val="2132750053"/>
                        </a:ext>
                      </a:extLst>
                    </a:gridCol>
                    <a:gridCol w="1080903">
                      <a:extLst>
                        <a:ext uri="{9D8B030D-6E8A-4147-A177-3AD203B41FA5}">
                          <a16:colId xmlns:a16="http://schemas.microsoft.com/office/drawing/2014/main" val="1762787299"/>
                        </a:ext>
                      </a:extLst>
                    </a:gridCol>
                    <a:gridCol w="509990">
                      <a:extLst>
                        <a:ext uri="{9D8B030D-6E8A-4147-A177-3AD203B41FA5}">
                          <a16:colId xmlns:a16="http://schemas.microsoft.com/office/drawing/2014/main" val="200133954"/>
                        </a:ext>
                      </a:extLst>
                    </a:gridCol>
                    <a:gridCol w="530298">
                      <a:extLst>
                        <a:ext uri="{9D8B030D-6E8A-4147-A177-3AD203B41FA5}">
                          <a16:colId xmlns:a16="http://schemas.microsoft.com/office/drawing/2014/main" val="572709767"/>
                        </a:ext>
                      </a:extLst>
                    </a:gridCol>
                    <a:gridCol w="823130">
                      <a:extLst>
                        <a:ext uri="{9D8B030D-6E8A-4147-A177-3AD203B41FA5}">
                          <a16:colId xmlns:a16="http://schemas.microsoft.com/office/drawing/2014/main" val="3249107656"/>
                        </a:ext>
                      </a:extLst>
                    </a:gridCol>
                    <a:gridCol w="1008668">
                      <a:extLst>
                        <a:ext uri="{9D8B030D-6E8A-4147-A177-3AD203B41FA5}">
                          <a16:colId xmlns:a16="http://schemas.microsoft.com/office/drawing/2014/main" val="365491560"/>
                        </a:ext>
                      </a:extLst>
                    </a:gridCol>
                    <a:gridCol w="1330703">
                      <a:extLst>
                        <a:ext uri="{9D8B030D-6E8A-4147-A177-3AD203B41FA5}">
                          <a16:colId xmlns:a16="http://schemas.microsoft.com/office/drawing/2014/main" val="3974784689"/>
                        </a:ext>
                      </a:extLst>
                    </a:gridCol>
                  </a:tblGrid>
                  <a:tr h="238759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Order of Interpolation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Quadrilateral elements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Velocity and Pressure Nodes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Average Iterations/timestep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Computational Time (s)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Absolute Error (%)</a:t>
                          </a: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(Total Mean Drag)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961382453"/>
                      </a:ext>
                    </a:extLst>
                  </a:tr>
                  <a:tr h="553502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Pressure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4066000"/>
                      </a:ext>
                    </a:extLst>
                  </a:tr>
                  <a:tr h="2265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</a:t>
                          </a:r>
                          <a:r>
                            <a:rPr lang="en-IN" sz="1200" kern="100" baseline="30000">
                              <a:effectLst/>
                              <a:latin typeface="+mj-lt"/>
                            </a:rPr>
                            <a:t>nd</a:t>
                          </a:r>
                          <a:r>
                            <a:rPr lang="en-IN" sz="1200" kern="100">
                              <a:effectLst/>
                              <a:latin typeface="+mj-lt"/>
                            </a:rPr>
                            <a:t> order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5"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294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1248, 1248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914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4.006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46129496"/>
                      </a:ext>
                    </a:extLst>
                  </a:tr>
                  <a:tr h="2265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3rd order 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2754, 2754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1645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4.006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8131493"/>
                      </a:ext>
                    </a:extLst>
                  </a:tr>
                  <a:tr h="2265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4th order 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4848, 4848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41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2222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1.054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54355839"/>
                      </a:ext>
                    </a:extLst>
                  </a:tr>
                  <a:tr h="2265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5th order 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7530, 7530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49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5192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0.3514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09344356"/>
                      </a:ext>
                    </a:extLst>
                  </a:tr>
                  <a:tr h="22657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6th order 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10800 ,10800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56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8949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75722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C7AE01EF-A949-FF4C-A15B-4EDD443335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5299606"/>
                  </p:ext>
                </p:extLst>
              </p:nvPr>
            </p:nvGraphicFramePr>
            <p:xfrm>
              <a:off x="550351" y="4220527"/>
              <a:ext cx="7250792" cy="200206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68224">
                      <a:extLst>
                        <a:ext uri="{9D8B030D-6E8A-4147-A177-3AD203B41FA5}">
                          <a16:colId xmlns:a16="http://schemas.microsoft.com/office/drawing/2014/main" val="3890982215"/>
                        </a:ext>
                      </a:extLst>
                    </a:gridCol>
                    <a:gridCol w="998876">
                      <a:extLst>
                        <a:ext uri="{9D8B030D-6E8A-4147-A177-3AD203B41FA5}">
                          <a16:colId xmlns:a16="http://schemas.microsoft.com/office/drawing/2014/main" val="2132750053"/>
                        </a:ext>
                      </a:extLst>
                    </a:gridCol>
                    <a:gridCol w="1080903">
                      <a:extLst>
                        <a:ext uri="{9D8B030D-6E8A-4147-A177-3AD203B41FA5}">
                          <a16:colId xmlns:a16="http://schemas.microsoft.com/office/drawing/2014/main" val="1762787299"/>
                        </a:ext>
                      </a:extLst>
                    </a:gridCol>
                    <a:gridCol w="509990">
                      <a:extLst>
                        <a:ext uri="{9D8B030D-6E8A-4147-A177-3AD203B41FA5}">
                          <a16:colId xmlns:a16="http://schemas.microsoft.com/office/drawing/2014/main" val="200133954"/>
                        </a:ext>
                      </a:extLst>
                    </a:gridCol>
                    <a:gridCol w="530298">
                      <a:extLst>
                        <a:ext uri="{9D8B030D-6E8A-4147-A177-3AD203B41FA5}">
                          <a16:colId xmlns:a16="http://schemas.microsoft.com/office/drawing/2014/main" val="572709767"/>
                        </a:ext>
                      </a:extLst>
                    </a:gridCol>
                    <a:gridCol w="823130">
                      <a:extLst>
                        <a:ext uri="{9D8B030D-6E8A-4147-A177-3AD203B41FA5}">
                          <a16:colId xmlns:a16="http://schemas.microsoft.com/office/drawing/2014/main" val="3249107656"/>
                        </a:ext>
                      </a:extLst>
                    </a:gridCol>
                    <a:gridCol w="1008668">
                      <a:extLst>
                        <a:ext uri="{9D8B030D-6E8A-4147-A177-3AD203B41FA5}">
                          <a16:colId xmlns:a16="http://schemas.microsoft.com/office/drawing/2014/main" val="365491560"/>
                        </a:ext>
                      </a:extLst>
                    </a:gridCol>
                    <a:gridCol w="1330703">
                      <a:extLst>
                        <a:ext uri="{9D8B030D-6E8A-4147-A177-3AD203B41FA5}">
                          <a16:colId xmlns:a16="http://schemas.microsoft.com/office/drawing/2014/main" val="3974784689"/>
                        </a:ext>
                      </a:extLst>
                    </a:gridCol>
                  </a:tblGrid>
                  <a:tr h="241427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Order of Interpolation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Quadrilateral elements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Velocity and Pressure Nodes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Average Iterations/timestep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Computational Time (s)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Absolute Error (%)</a:t>
                          </a: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(Total Mean Drag)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961382453"/>
                      </a:ext>
                    </a:extLst>
                  </a:tr>
                  <a:tr h="553502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96429" t="-45055" r="-723810" b="-2351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72414" t="-45055" r="-598851" b="-2351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Pressure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4066000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2</a:t>
                          </a:r>
                          <a:r>
                            <a:rPr lang="en-IN" sz="1200" kern="100" baseline="30000">
                              <a:effectLst/>
                              <a:latin typeface="+mj-lt"/>
                            </a:rPr>
                            <a:t>nd</a:t>
                          </a:r>
                          <a:r>
                            <a:rPr lang="en-IN" sz="1200" kern="100">
                              <a:effectLst/>
                              <a:latin typeface="+mj-lt"/>
                            </a:rPr>
                            <a:t> order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5">
                      <a:txBody>
                        <a:bodyPr/>
                        <a:lstStyle/>
                        <a:p>
                          <a:pPr marL="0" algn="ctr" defTabSz="914400" rtl="0" eaLnBrk="1" latinLnBrk="0" hangingPunct="1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294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1248, 1248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914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4.006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46129496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3rd order 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2754, 2754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1645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4.006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8131493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4th order 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4848, 4848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41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2222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1.054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54355839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5th order 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7530, 7530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49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5192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0.3514</a:t>
                          </a:r>
                          <a:endParaRPr lang="en-IN" sz="11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09344356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6th order 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10800 ,10800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56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8949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1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  <a:endParaRPr lang="en-IN" sz="11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75722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DCF7DCF1-0F60-A00B-485B-DCF8C821AE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2216153"/>
                  </p:ext>
                </p:extLst>
              </p:nvPr>
            </p:nvGraphicFramePr>
            <p:xfrm>
              <a:off x="7854053" y="4668609"/>
              <a:ext cx="4114799" cy="124002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80250">
                      <a:extLst>
                        <a:ext uri="{9D8B030D-6E8A-4147-A177-3AD203B41FA5}">
                          <a16:colId xmlns:a16="http://schemas.microsoft.com/office/drawing/2014/main" val="4056777420"/>
                        </a:ext>
                      </a:extLst>
                    </a:gridCol>
                    <a:gridCol w="818365">
                      <a:extLst>
                        <a:ext uri="{9D8B030D-6E8A-4147-A177-3AD203B41FA5}">
                          <a16:colId xmlns:a16="http://schemas.microsoft.com/office/drawing/2014/main" val="3615437525"/>
                        </a:ext>
                      </a:extLst>
                    </a:gridCol>
                    <a:gridCol w="754144">
                      <a:extLst>
                        <a:ext uri="{9D8B030D-6E8A-4147-A177-3AD203B41FA5}">
                          <a16:colId xmlns:a16="http://schemas.microsoft.com/office/drawing/2014/main" val="2087240786"/>
                        </a:ext>
                      </a:extLst>
                    </a:gridCol>
                    <a:gridCol w="1062040">
                      <a:extLst>
                        <a:ext uri="{9D8B030D-6E8A-4147-A177-3AD203B41FA5}">
                          <a16:colId xmlns:a16="http://schemas.microsoft.com/office/drawing/2014/main" val="162950365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4</a:t>
                          </a:r>
                          <a:r>
                            <a:rPr lang="en-IN" sz="1200" kern="100" baseline="30000" dirty="0">
                              <a:effectLst/>
                              <a:latin typeface="+mj-lt"/>
                            </a:rPr>
                            <a:t>th</a:t>
                          </a: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 order SEM Mesh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SEM (4,4) (Present)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Zhao[40]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Absolute Error (%)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2669215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>
                              <a:effectLst/>
                              <a:latin typeface="+mj-lt"/>
                            </a:rPr>
                            <a:t> (mean)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1.438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1.45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3.263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214708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(rms)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0.189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0.188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0.32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5692402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Strouhal Number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)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0.144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0.145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1.53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632275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DCF7DCF1-0F60-A00B-485B-DCF8C821AE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2216153"/>
                  </p:ext>
                </p:extLst>
              </p:nvPr>
            </p:nvGraphicFramePr>
            <p:xfrm>
              <a:off x="7854053" y="4668609"/>
              <a:ext cx="4114799" cy="124002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80250">
                      <a:extLst>
                        <a:ext uri="{9D8B030D-6E8A-4147-A177-3AD203B41FA5}">
                          <a16:colId xmlns:a16="http://schemas.microsoft.com/office/drawing/2014/main" val="4056777420"/>
                        </a:ext>
                      </a:extLst>
                    </a:gridCol>
                    <a:gridCol w="818365">
                      <a:extLst>
                        <a:ext uri="{9D8B030D-6E8A-4147-A177-3AD203B41FA5}">
                          <a16:colId xmlns:a16="http://schemas.microsoft.com/office/drawing/2014/main" val="3615437525"/>
                        </a:ext>
                      </a:extLst>
                    </a:gridCol>
                    <a:gridCol w="754144">
                      <a:extLst>
                        <a:ext uri="{9D8B030D-6E8A-4147-A177-3AD203B41FA5}">
                          <a16:colId xmlns:a16="http://schemas.microsoft.com/office/drawing/2014/main" val="2087240786"/>
                        </a:ext>
                      </a:extLst>
                    </a:gridCol>
                    <a:gridCol w="1062040">
                      <a:extLst>
                        <a:ext uri="{9D8B030D-6E8A-4147-A177-3AD203B41FA5}">
                          <a16:colId xmlns:a16="http://schemas.microsoft.com/office/drawing/2014/main" val="1629503658"/>
                        </a:ext>
                      </a:extLst>
                    </a:gridCol>
                  </a:tblGrid>
                  <a:tr h="5157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4</a:t>
                          </a:r>
                          <a:r>
                            <a:rPr lang="en-IN" sz="1200" kern="100" baseline="30000" dirty="0">
                              <a:effectLst/>
                              <a:latin typeface="+mj-lt"/>
                            </a:rPr>
                            <a:t>th</a:t>
                          </a: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 order SEM Mesh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SEM (4,4) (Present)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Zhao[40]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Absolute Error (%)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266921571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12" t="-215000" r="-179012" b="-2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1.438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1.45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3.263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21470841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12" t="-315000" r="-179012" b="-1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0.189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0.188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0.32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56924024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12" t="-415000" r="-179012" b="-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0.144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0.145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1.53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6322757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00FAAA2-9668-9FF3-56B8-3A0DFCB7B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756" y="995262"/>
            <a:ext cx="2359005" cy="23590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978FBB-2DA0-3A25-65FE-293A915A35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394" y="1023396"/>
            <a:ext cx="2340006" cy="23400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F26449-9B2C-4DC0-317A-4C0200EF62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285" y="1023396"/>
            <a:ext cx="2340007" cy="234000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07C8F07-8FEC-CF94-C65D-C941E435E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237409"/>
            <a:ext cx="10515600" cy="76698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Flow over Square Cylinder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C7811F-3AC6-C594-0D0A-B0076B023CEC}"/>
              </a:ext>
            </a:extLst>
          </p:cNvPr>
          <p:cNvSpPr txBox="1"/>
          <p:nvPr/>
        </p:nvSpPr>
        <p:spPr>
          <a:xfrm>
            <a:off x="1226239" y="3348455"/>
            <a:ext cx="26046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17(a): SC – </a:t>
            </a:r>
            <a:r>
              <a:rPr lang="en-IN" sz="1200" dirty="0">
                <a:latin typeface="+mj-lt"/>
              </a:rPr>
              <a:t>u velocity (t = 50 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A40AC4-3EEE-5BCF-0AB5-634B0E13997F}"/>
              </a:ext>
            </a:extLst>
          </p:cNvPr>
          <p:cNvSpPr txBox="1"/>
          <p:nvPr/>
        </p:nvSpPr>
        <p:spPr>
          <a:xfrm>
            <a:off x="4602966" y="3378354"/>
            <a:ext cx="26839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17(b): SC – </a:t>
            </a:r>
            <a:r>
              <a:rPr lang="en-IN" sz="1200" dirty="0">
                <a:latin typeface="+mj-lt"/>
              </a:rPr>
              <a:t>u velocity (t = 200 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062EE1-3506-0193-804B-6D71EA078014}"/>
              </a:ext>
            </a:extLst>
          </p:cNvPr>
          <p:cNvSpPr txBox="1"/>
          <p:nvPr/>
        </p:nvSpPr>
        <p:spPr>
          <a:xfrm>
            <a:off x="8523780" y="3336330"/>
            <a:ext cx="25249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17(c): SC – </a:t>
            </a:r>
            <a:r>
              <a:rPr lang="en-IN" sz="1200" dirty="0">
                <a:latin typeface="+mj-lt"/>
              </a:rPr>
              <a:t>Lift Coefficient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DD616393-4EC3-7B80-CC2E-6E55FBCDE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575" y="3895993"/>
            <a:ext cx="622234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12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able 7</a:t>
            </a:r>
            <a:r>
              <a:rPr kumimoji="0" lang="en-US" altLang="en-US" sz="1200" b="0" i="0" u="none" strike="noStrike" cap="none" normalizeH="0" baseline="0" dirty="0" bmk="_Toc200483113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altLang="en-US" sz="1200" dirty="0" bmk="_Toc200483113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kumimoji="0" lang="en-US" altLang="en-US" sz="1200" b="0" i="0" u="none" strike="noStrike" cap="none" normalizeH="0" baseline="0" dirty="0" bmk="_Toc200483113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- </a:t>
            </a:r>
            <a:r>
              <a:rPr lang="en-IN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 for various SEM orders for the square cylinder at Re = 100</a:t>
            </a:r>
            <a:r>
              <a:rPr kumimoji="0" lang="en-US" altLang="en-US" sz="1200" b="0" i="0" u="none" strike="noStrike" cap="none" normalizeH="0" baseline="0" dirty="0" bmk="_Toc200483113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A9BFDC2B-8FD0-DB26-BC45-922DF9FEF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1013" y="4359572"/>
            <a:ext cx="331772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1200" b="0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able </a:t>
            </a:r>
            <a:r>
              <a:rPr lang="en-US" altLang="en-US" sz="1200" dirty="0" bmk="_Toc200483113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altLang="en-US" sz="1200" b="0" i="0" u="none" strike="noStrike" cap="none" normalizeH="0" baseline="0" dirty="0" bmk="_Toc200483113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altLang="en-US" sz="1200" dirty="0" bmk="_Toc200483113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kumimoji="0" lang="en-US" altLang="en-US" sz="1200" b="0" i="0" u="none" strike="noStrike" cap="none" normalizeH="0" baseline="0" dirty="0" bmk="_Toc200483113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C-Lift-Drag Validation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283820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6871F-0C7A-1582-60C6-F610C8DFC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0473A-E981-46F9-8BB6-BA7D1A1A4AC3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EA7B3-0F53-EA14-1D8C-7C1F2ADE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3FE3D-B428-1A7E-EED2-9D1288F0D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33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F961269-4234-902A-886F-F6EE6AA02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237409"/>
            <a:ext cx="10515600" cy="76698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Flow over Elliptical Cylinder</a:t>
            </a:r>
            <a:endParaRPr lang="en-IN" dirty="0">
              <a:solidFill>
                <a:schemeClr val="accent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732C4F-22C8-E793-9D2D-5DD7040BE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346424"/>
              </p:ext>
            </p:extLst>
          </p:nvPr>
        </p:nvGraphicFramePr>
        <p:xfrm>
          <a:off x="8753275" y="4268432"/>
          <a:ext cx="2421187" cy="176085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02068">
                  <a:extLst>
                    <a:ext uri="{9D8B030D-6E8A-4147-A177-3AD203B41FA5}">
                      <a16:colId xmlns:a16="http://schemas.microsoft.com/office/drawing/2014/main" val="2323661709"/>
                    </a:ext>
                  </a:extLst>
                </a:gridCol>
                <a:gridCol w="1119119">
                  <a:extLst>
                    <a:ext uri="{9D8B030D-6E8A-4147-A177-3AD203B41FA5}">
                      <a16:colId xmlns:a16="http://schemas.microsoft.com/office/drawing/2014/main" val="3479220999"/>
                    </a:ext>
                  </a:extLst>
                </a:gridCol>
              </a:tblGrid>
              <a:tr h="28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00" dirty="0">
                          <a:effectLst/>
                          <a:latin typeface="+mj-lt"/>
                        </a:rPr>
                        <a:t>No. of timesteps</a:t>
                      </a:r>
                      <a:endParaRPr lang="en-IN" sz="1200" b="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00" dirty="0">
                          <a:effectLst/>
                          <a:latin typeface="+mj-lt"/>
                        </a:rPr>
                        <a:t>50000</a:t>
                      </a:r>
                      <a:endParaRPr lang="en-IN" sz="1200" b="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912932"/>
                  </a:ext>
                </a:extLst>
              </a:tr>
              <a:tr h="285597"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Tolerance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1.00E-06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406593"/>
                  </a:ext>
                </a:extLst>
              </a:tr>
              <a:tr h="285597"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Order (Vel, Pres)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4,4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246525"/>
                  </a:ext>
                </a:extLst>
              </a:tr>
              <a:tr h="285597"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Nodes (Vel, Pres)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11588, 11588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655400"/>
                  </a:ext>
                </a:extLst>
              </a:tr>
              <a:tr h="28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Quad Elements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714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77787"/>
                  </a:ext>
                </a:extLst>
              </a:tr>
              <a:tr h="28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Reynolds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j-lt"/>
                        </a:rPr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072918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773BD03-0C39-AE2D-5A3E-6DE7FFF7D2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139735"/>
            <a:ext cx="3128010" cy="21183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2AE75E-2EEA-DB09-3B20-6E60B0A3BD7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1" t="28041" r="11766" b="3405"/>
          <a:stretch>
            <a:fillRect/>
          </a:stretch>
        </p:blipFill>
        <p:spPr bwMode="auto">
          <a:xfrm>
            <a:off x="4443321" y="1139735"/>
            <a:ext cx="2839221" cy="23139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F3F9D01-F870-E2F5-4A5E-3FA92D385F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3749" t="11743" r="23929" b="12382"/>
          <a:stretch>
            <a:fillRect/>
          </a:stretch>
        </p:blipFill>
        <p:spPr>
          <a:xfrm>
            <a:off x="966365" y="1015385"/>
            <a:ext cx="2983920" cy="241361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78AB404-A7BE-7FF3-1EDD-B6584B29AC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1845"/>
          <a:stretch>
            <a:fillRect/>
          </a:stretch>
        </p:blipFill>
        <p:spPr>
          <a:xfrm>
            <a:off x="603315" y="3851327"/>
            <a:ext cx="3493060" cy="221016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033D40F-ACDC-90B1-3397-FF9AC9F8DA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52574" y="3743637"/>
            <a:ext cx="2504139" cy="25041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037B8EC-2D9F-D179-4F62-16E250AD9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4166" y="3966400"/>
            <a:ext cx="235606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Numerical Simulation Parameters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EE9DB8-3A60-B6D4-D871-6CE00DA0CC26}"/>
              </a:ext>
            </a:extLst>
          </p:cNvPr>
          <p:cNvSpPr txBox="1"/>
          <p:nvPr/>
        </p:nvSpPr>
        <p:spPr>
          <a:xfrm>
            <a:off x="1520011" y="3466638"/>
            <a:ext cx="2241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18(a): EC –</a:t>
            </a:r>
            <a:r>
              <a:rPr lang="en-IN" sz="1200" dirty="0" err="1">
                <a:latin typeface="+mj-lt"/>
                <a:ea typeface="Calibri" panose="020F0502020204030204" pitchFamily="34" charset="0"/>
              </a:rPr>
              <a:t>Gmsh</a:t>
            </a:r>
            <a:r>
              <a:rPr lang="en-IN" sz="1200" dirty="0">
                <a:latin typeface="+mj-lt"/>
                <a:ea typeface="Calibri" panose="020F0502020204030204" pitchFamily="34" charset="0"/>
              </a:rPr>
              <a:t> Mesh</a:t>
            </a:r>
            <a:endParaRPr lang="en-IN" sz="1200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F08B58-4649-9FC9-34F0-6487EDD9EEF1}"/>
              </a:ext>
            </a:extLst>
          </p:cNvPr>
          <p:cNvSpPr txBox="1"/>
          <p:nvPr/>
        </p:nvSpPr>
        <p:spPr>
          <a:xfrm>
            <a:off x="4902321" y="3460181"/>
            <a:ext cx="26046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18(b): EC - 4</a:t>
            </a:r>
            <a:r>
              <a:rPr lang="en-IN" sz="1200" baseline="30000" dirty="0">
                <a:latin typeface="+mj-lt"/>
                <a:ea typeface="Calibri" panose="020F0502020204030204" pitchFamily="34" charset="0"/>
              </a:rPr>
              <a:t>th</a:t>
            </a:r>
            <a:r>
              <a:rPr lang="en-IN" sz="1200" dirty="0">
                <a:latin typeface="+mj-lt"/>
                <a:ea typeface="Calibri" panose="020F0502020204030204" pitchFamily="34" charset="0"/>
              </a:rPr>
              <a:t> order SEM Mesh</a:t>
            </a:r>
            <a:endParaRPr lang="en-IN" sz="1200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E36431-10A0-BCD3-BC88-6970BEC77A0B}"/>
              </a:ext>
            </a:extLst>
          </p:cNvPr>
          <p:cNvSpPr txBox="1"/>
          <p:nvPr/>
        </p:nvSpPr>
        <p:spPr>
          <a:xfrm>
            <a:off x="7927157" y="3449714"/>
            <a:ext cx="37243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18(c): EC – </a:t>
            </a:r>
            <a:r>
              <a:rPr lang="en-IN" sz="1200" dirty="0">
                <a:latin typeface="+mj-lt"/>
              </a:rPr>
              <a:t>Geometry and Boundary Conditions)</a:t>
            </a:r>
          </a:p>
        </p:txBody>
      </p:sp>
    </p:spTree>
    <p:extLst>
      <p:ext uri="{BB962C8B-B14F-4D97-AF65-F5344CB8AC3E}">
        <p14:creationId xmlns:p14="http://schemas.microsoft.com/office/powerpoint/2010/main" val="35620306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AF809-073C-ACBD-985B-684DC97F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0473A-E981-46F9-8BB6-BA7D1A1A4AC3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B2F17-2EC7-6EE3-08D4-00F18648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C4F3F-446C-E59C-2B23-07D190D6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34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5853789-DC7D-D747-1466-99BD0BF15B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4177431"/>
                  </p:ext>
                </p:extLst>
              </p:nvPr>
            </p:nvGraphicFramePr>
            <p:xfrm>
              <a:off x="566870" y="3978188"/>
              <a:ext cx="8043729" cy="234022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896769">
                      <a:extLst>
                        <a:ext uri="{9D8B030D-6E8A-4147-A177-3AD203B41FA5}">
                          <a16:colId xmlns:a16="http://schemas.microsoft.com/office/drawing/2014/main" val="2763698820"/>
                        </a:ext>
                      </a:extLst>
                    </a:gridCol>
                    <a:gridCol w="968476">
                      <a:extLst>
                        <a:ext uri="{9D8B030D-6E8A-4147-A177-3AD203B41FA5}">
                          <a16:colId xmlns:a16="http://schemas.microsoft.com/office/drawing/2014/main" val="4046378708"/>
                        </a:ext>
                      </a:extLst>
                    </a:gridCol>
                    <a:gridCol w="967628">
                      <a:extLst>
                        <a:ext uri="{9D8B030D-6E8A-4147-A177-3AD203B41FA5}">
                          <a16:colId xmlns:a16="http://schemas.microsoft.com/office/drawing/2014/main" val="610578026"/>
                        </a:ext>
                      </a:extLst>
                    </a:gridCol>
                    <a:gridCol w="1120821">
                      <a:extLst>
                        <a:ext uri="{9D8B030D-6E8A-4147-A177-3AD203B41FA5}">
                          <a16:colId xmlns:a16="http://schemas.microsoft.com/office/drawing/2014/main" val="948793218"/>
                        </a:ext>
                      </a:extLst>
                    </a:gridCol>
                    <a:gridCol w="362521">
                      <a:extLst>
                        <a:ext uri="{9D8B030D-6E8A-4147-A177-3AD203B41FA5}">
                          <a16:colId xmlns:a16="http://schemas.microsoft.com/office/drawing/2014/main" val="1131964539"/>
                        </a:ext>
                      </a:extLst>
                    </a:gridCol>
                    <a:gridCol w="565608">
                      <a:extLst>
                        <a:ext uri="{9D8B030D-6E8A-4147-A177-3AD203B41FA5}">
                          <a16:colId xmlns:a16="http://schemas.microsoft.com/office/drawing/2014/main" val="4160850371"/>
                        </a:ext>
                      </a:extLst>
                    </a:gridCol>
                    <a:gridCol w="707010">
                      <a:extLst>
                        <a:ext uri="{9D8B030D-6E8A-4147-A177-3AD203B41FA5}">
                          <a16:colId xmlns:a16="http://schemas.microsoft.com/office/drawing/2014/main" val="238592114"/>
                        </a:ext>
                      </a:extLst>
                    </a:gridCol>
                    <a:gridCol w="1074656">
                      <a:extLst>
                        <a:ext uri="{9D8B030D-6E8A-4147-A177-3AD203B41FA5}">
                          <a16:colId xmlns:a16="http://schemas.microsoft.com/office/drawing/2014/main" val="993535422"/>
                        </a:ext>
                      </a:extLst>
                    </a:gridCol>
                    <a:gridCol w="1380240">
                      <a:extLst>
                        <a:ext uri="{9D8B030D-6E8A-4147-A177-3AD203B41FA5}">
                          <a16:colId xmlns:a16="http://schemas.microsoft.com/office/drawing/2014/main" val="3878016317"/>
                        </a:ext>
                      </a:extLst>
                    </a:gridCol>
                  </a:tblGrid>
                  <a:tr h="309880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Order of Interpolation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Quadrilateral elements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Velocity and Pressure Nodes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Average Iterations/timestep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Computational Time (s)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Absolute Error (%)</a:t>
                          </a: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(Total Mean Drag)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7174914"/>
                      </a:ext>
                    </a:extLst>
                  </a:tr>
                  <a:tr h="222885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IN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Pressure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6522249"/>
                      </a:ext>
                    </a:extLst>
                  </a:tr>
                  <a:tr h="0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Vertical Ellipse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3rd order 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714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6549, 6549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59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3073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1.06383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62132722"/>
                      </a:ext>
                    </a:extLst>
                  </a:tr>
                  <a:tr h="132720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4th order 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11588, 11588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76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7704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0.53192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42318580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5th order 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18055, 18055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87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16188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63976150"/>
                      </a:ext>
                    </a:extLst>
                  </a:tr>
                  <a:tr h="0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Horizontal Ellipse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3rd order 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714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6549, 6549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5133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0.9596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235585632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4th order 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11588, 11588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69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11545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2.0202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28380918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5th order 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18055, 18055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23057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11782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5853789-DC7D-D747-1466-99BD0BF15B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4177431"/>
                  </p:ext>
                </p:extLst>
              </p:nvPr>
            </p:nvGraphicFramePr>
            <p:xfrm>
              <a:off x="566870" y="3978188"/>
              <a:ext cx="8043729" cy="234022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896769">
                      <a:extLst>
                        <a:ext uri="{9D8B030D-6E8A-4147-A177-3AD203B41FA5}">
                          <a16:colId xmlns:a16="http://schemas.microsoft.com/office/drawing/2014/main" val="2763698820"/>
                        </a:ext>
                      </a:extLst>
                    </a:gridCol>
                    <a:gridCol w="968476">
                      <a:extLst>
                        <a:ext uri="{9D8B030D-6E8A-4147-A177-3AD203B41FA5}">
                          <a16:colId xmlns:a16="http://schemas.microsoft.com/office/drawing/2014/main" val="4046378708"/>
                        </a:ext>
                      </a:extLst>
                    </a:gridCol>
                    <a:gridCol w="967628">
                      <a:extLst>
                        <a:ext uri="{9D8B030D-6E8A-4147-A177-3AD203B41FA5}">
                          <a16:colId xmlns:a16="http://schemas.microsoft.com/office/drawing/2014/main" val="610578026"/>
                        </a:ext>
                      </a:extLst>
                    </a:gridCol>
                    <a:gridCol w="1120821">
                      <a:extLst>
                        <a:ext uri="{9D8B030D-6E8A-4147-A177-3AD203B41FA5}">
                          <a16:colId xmlns:a16="http://schemas.microsoft.com/office/drawing/2014/main" val="948793218"/>
                        </a:ext>
                      </a:extLst>
                    </a:gridCol>
                    <a:gridCol w="362521">
                      <a:extLst>
                        <a:ext uri="{9D8B030D-6E8A-4147-A177-3AD203B41FA5}">
                          <a16:colId xmlns:a16="http://schemas.microsoft.com/office/drawing/2014/main" val="1131964539"/>
                        </a:ext>
                      </a:extLst>
                    </a:gridCol>
                    <a:gridCol w="565608">
                      <a:extLst>
                        <a:ext uri="{9D8B030D-6E8A-4147-A177-3AD203B41FA5}">
                          <a16:colId xmlns:a16="http://schemas.microsoft.com/office/drawing/2014/main" val="4160850371"/>
                        </a:ext>
                      </a:extLst>
                    </a:gridCol>
                    <a:gridCol w="707010">
                      <a:extLst>
                        <a:ext uri="{9D8B030D-6E8A-4147-A177-3AD203B41FA5}">
                          <a16:colId xmlns:a16="http://schemas.microsoft.com/office/drawing/2014/main" val="238592114"/>
                        </a:ext>
                      </a:extLst>
                    </a:gridCol>
                    <a:gridCol w="1074656">
                      <a:extLst>
                        <a:ext uri="{9D8B030D-6E8A-4147-A177-3AD203B41FA5}">
                          <a16:colId xmlns:a16="http://schemas.microsoft.com/office/drawing/2014/main" val="993535422"/>
                        </a:ext>
                      </a:extLst>
                    </a:gridCol>
                    <a:gridCol w="1380240">
                      <a:extLst>
                        <a:ext uri="{9D8B030D-6E8A-4147-A177-3AD203B41FA5}">
                          <a16:colId xmlns:a16="http://schemas.microsoft.com/office/drawing/2014/main" val="3878016317"/>
                        </a:ext>
                      </a:extLst>
                    </a:gridCol>
                  </a:tblGrid>
                  <a:tr h="515747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Order of Interpolation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Quadrilateral elements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Velocity and Pressure Nodes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Average Iterations/timestep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Computational Time (s)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Absolute Error (%)</a:t>
                          </a: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(Total Mean Drag)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7174914"/>
                      </a:ext>
                    </a:extLst>
                  </a:tr>
                  <a:tr h="375920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83333" t="-138710" r="-1023333" b="-40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763441" t="-138710" r="-560215" b="-40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Pressure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6522249"/>
                      </a:ext>
                    </a:extLst>
                  </a:tr>
                  <a:tr h="241427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Vertical Ellipse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3rd order 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714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6549, 6549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59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3073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1.06383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62132722"/>
                      </a:ext>
                    </a:extLst>
                  </a:tr>
                  <a:tr h="241427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4th order 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11588, 11588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76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7704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0.53192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42318580"/>
                      </a:ext>
                    </a:extLst>
                  </a:tr>
                  <a:tr h="241427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5th order 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18055, 18055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87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16188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63976150"/>
                      </a:ext>
                    </a:extLst>
                  </a:tr>
                  <a:tr h="241427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Horizontal Ellipse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3rd order 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714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6549, 6549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5133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0.9596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235585632"/>
                      </a:ext>
                    </a:extLst>
                  </a:tr>
                  <a:tr h="241427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4th order 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11588, 11588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69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11545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2.0202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283809189"/>
                      </a:ext>
                    </a:extLst>
                  </a:tr>
                  <a:tr h="241427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endParaRPr lang="en-IN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5th order 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18055, 18055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23057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117825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12805EC-3A91-EB54-2C5D-E4DAA9102E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288061"/>
                  </p:ext>
                </p:extLst>
              </p:nvPr>
            </p:nvGraphicFramePr>
            <p:xfrm>
              <a:off x="795945" y="1434186"/>
              <a:ext cx="7235104" cy="175577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087394">
                      <a:extLst>
                        <a:ext uri="{9D8B030D-6E8A-4147-A177-3AD203B41FA5}">
                          <a16:colId xmlns:a16="http://schemas.microsoft.com/office/drawing/2014/main" val="1670507672"/>
                        </a:ext>
                      </a:extLst>
                    </a:gridCol>
                    <a:gridCol w="896558">
                      <a:extLst>
                        <a:ext uri="{9D8B030D-6E8A-4147-A177-3AD203B41FA5}">
                          <a16:colId xmlns:a16="http://schemas.microsoft.com/office/drawing/2014/main" val="3715475592"/>
                        </a:ext>
                      </a:extLst>
                    </a:gridCol>
                    <a:gridCol w="755998">
                      <a:extLst>
                        <a:ext uri="{9D8B030D-6E8A-4147-A177-3AD203B41FA5}">
                          <a16:colId xmlns:a16="http://schemas.microsoft.com/office/drawing/2014/main" val="2949898609"/>
                        </a:ext>
                      </a:extLst>
                    </a:gridCol>
                    <a:gridCol w="926126">
                      <a:extLst>
                        <a:ext uri="{9D8B030D-6E8A-4147-A177-3AD203B41FA5}">
                          <a16:colId xmlns:a16="http://schemas.microsoft.com/office/drawing/2014/main" val="3760470646"/>
                        </a:ext>
                      </a:extLst>
                    </a:gridCol>
                    <a:gridCol w="881742">
                      <a:extLst>
                        <a:ext uri="{9D8B030D-6E8A-4147-A177-3AD203B41FA5}">
                          <a16:colId xmlns:a16="http://schemas.microsoft.com/office/drawing/2014/main" val="329018378"/>
                        </a:ext>
                      </a:extLst>
                    </a:gridCol>
                    <a:gridCol w="801503">
                      <a:extLst>
                        <a:ext uri="{9D8B030D-6E8A-4147-A177-3AD203B41FA5}">
                          <a16:colId xmlns:a16="http://schemas.microsoft.com/office/drawing/2014/main" val="1322550390"/>
                        </a:ext>
                      </a:extLst>
                    </a:gridCol>
                    <a:gridCol w="885783">
                      <a:extLst>
                        <a:ext uri="{9D8B030D-6E8A-4147-A177-3AD203B41FA5}">
                          <a16:colId xmlns:a16="http://schemas.microsoft.com/office/drawing/2014/main" val="834909184"/>
                        </a:ext>
                      </a:extLst>
                    </a:gridCol>
                  </a:tblGrid>
                  <a:tr h="19168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 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 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Vertical Ellipse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Horizontal Ellipse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0757425"/>
                      </a:ext>
                    </a:extLst>
                  </a:tr>
                  <a:tr h="71603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4</a:t>
                          </a:r>
                          <a:r>
                            <a:rPr lang="en-IN" sz="1200" kern="100" baseline="30000" dirty="0">
                              <a:effectLst/>
                              <a:latin typeface="+mj-lt"/>
                            </a:rPr>
                            <a:t>th</a:t>
                          </a: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 order SEM Mesh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SEM (4,4) (Present)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Xiaoyu Shi et al[43]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Absolute Error (%)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SEM (4,4) (Present)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Xiaoyu Shi et al[43]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Absolute Error (%)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396439"/>
                      </a:ext>
                    </a:extLst>
                  </a:tr>
                  <a:tr h="19168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>
                              <a:effectLst/>
                              <a:latin typeface="+mj-lt"/>
                            </a:rPr>
                            <a:t> (mean)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1.89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1.824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4.8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0.985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0.95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3.68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11522332"/>
                      </a:ext>
                    </a:extLst>
                  </a:tr>
                  <a:tr h="19168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>
                              <a:effectLst/>
                              <a:latin typeface="+mj-lt"/>
                            </a:rPr>
                            <a:t>(rms)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0.55861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0.53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5.4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0.10116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0.103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1.78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46999312"/>
                      </a:ext>
                    </a:extLst>
                  </a:tr>
                  <a:tr h="19168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Strouhal Number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IN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200" kern="100">
                              <a:effectLst/>
                              <a:latin typeface="+mj-lt"/>
                            </a:rPr>
                            <a:t>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0.191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5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0.172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0.169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1.77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220664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12805EC-3A91-EB54-2C5D-E4DAA9102E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288061"/>
                  </p:ext>
                </p:extLst>
              </p:nvPr>
            </p:nvGraphicFramePr>
            <p:xfrm>
              <a:off x="795945" y="1434186"/>
              <a:ext cx="7235104" cy="175577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087394">
                      <a:extLst>
                        <a:ext uri="{9D8B030D-6E8A-4147-A177-3AD203B41FA5}">
                          <a16:colId xmlns:a16="http://schemas.microsoft.com/office/drawing/2014/main" val="1670507672"/>
                        </a:ext>
                      </a:extLst>
                    </a:gridCol>
                    <a:gridCol w="896558">
                      <a:extLst>
                        <a:ext uri="{9D8B030D-6E8A-4147-A177-3AD203B41FA5}">
                          <a16:colId xmlns:a16="http://schemas.microsoft.com/office/drawing/2014/main" val="3715475592"/>
                        </a:ext>
                      </a:extLst>
                    </a:gridCol>
                    <a:gridCol w="755998">
                      <a:extLst>
                        <a:ext uri="{9D8B030D-6E8A-4147-A177-3AD203B41FA5}">
                          <a16:colId xmlns:a16="http://schemas.microsoft.com/office/drawing/2014/main" val="2949898609"/>
                        </a:ext>
                      </a:extLst>
                    </a:gridCol>
                    <a:gridCol w="926126">
                      <a:extLst>
                        <a:ext uri="{9D8B030D-6E8A-4147-A177-3AD203B41FA5}">
                          <a16:colId xmlns:a16="http://schemas.microsoft.com/office/drawing/2014/main" val="3760470646"/>
                        </a:ext>
                      </a:extLst>
                    </a:gridCol>
                    <a:gridCol w="881742">
                      <a:extLst>
                        <a:ext uri="{9D8B030D-6E8A-4147-A177-3AD203B41FA5}">
                          <a16:colId xmlns:a16="http://schemas.microsoft.com/office/drawing/2014/main" val="329018378"/>
                        </a:ext>
                      </a:extLst>
                    </a:gridCol>
                    <a:gridCol w="801503">
                      <a:extLst>
                        <a:ext uri="{9D8B030D-6E8A-4147-A177-3AD203B41FA5}">
                          <a16:colId xmlns:a16="http://schemas.microsoft.com/office/drawing/2014/main" val="1322550390"/>
                        </a:ext>
                      </a:extLst>
                    </a:gridCol>
                    <a:gridCol w="885783">
                      <a:extLst>
                        <a:ext uri="{9D8B030D-6E8A-4147-A177-3AD203B41FA5}">
                          <a16:colId xmlns:a16="http://schemas.microsoft.com/office/drawing/2014/main" val="834909184"/>
                        </a:ext>
                      </a:extLst>
                    </a:gridCol>
                  </a:tblGrid>
                  <a:tr h="241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 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 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Vertical Ellipse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Horizontal Ellipse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0757425"/>
                      </a:ext>
                    </a:extLst>
                  </a:tr>
                  <a:tr h="79006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4</a:t>
                          </a:r>
                          <a:r>
                            <a:rPr lang="en-IN" sz="1200" kern="100" baseline="30000" dirty="0">
                              <a:effectLst/>
                              <a:latin typeface="+mj-lt"/>
                            </a:rPr>
                            <a:t>th</a:t>
                          </a: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 order SEM Mesh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SEM (4,4) (Present)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Xiaoyu Shi et al[43]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Absolute Error (%)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SEM (4,4) (Present)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Xiaoyu Shi et al[43]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Absolute Error (%)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1396439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92" t="-427500" r="-246939" b="-23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1.89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1.824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4.8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0.985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0.95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3.68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11522332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92" t="-541026" r="-246939" b="-14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0.55861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0.53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5.4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0.10116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0.103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1.78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46999312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92" t="-625000" r="-246939" b="-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0.191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5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0.172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+mj-lt"/>
                            </a:rPr>
                            <a:t>0.169</a:t>
                          </a:r>
                          <a:endParaRPr lang="en-IN" sz="12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+mj-lt"/>
                            </a:rPr>
                            <a:t>1.77</a:t>
                          </a:r>
                          <a:endParaRPr lang="en-IN" sz="12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220664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21121A00-E4BA-4D84-98E3-AFCAE9165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5967"/>
            <a:ext cx="10515600" cy="69623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Flow over Elliptical Cylinder</a:t>
            </a:r>
            <a:endParaRPr lang="en-IN" dirty="0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664B2D-61E1-1FDB-F16C-6162135E89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282" y="662644"/>
            <a:ext cx="2565693" cy="2565693"/>
          </a:xfrm>
          <a:prstGeom prst="rect">
            <a:avLst/>
          </a:prstGeom>
        </p:spPr>
      </p:pic>
      <p:pic>
        <p:nvPicPr>
          <p:cNvPr id="12" name="Vorticity_EC">
            <a:hlinkClick r:id="" action="ppaction://media"/>
            <a:extLst>
              <a:ext uri="{FF2B5EF4-FFF2-40B4-BE49-F238E27FC236}">
                <a16:creationId xmlns:a16="http://schemas.microsoft.com/office/drawing/2014/main" id="{52CA0E3F-879F-B304-C8A6-ACB3A6B4BF8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778797" y="3654874"/>
            <a:ext cx="2575003" cy="25750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4FBECD-33CD-CCB1-CA40-C9D3D37EE570}"/>
              </a:ext>
            </a:extLst>
          </p:cNvPr>
          <p:cNvSpPr txBox="1"/>
          <p:nvPr/>
        </p:nvSpPr>
        <p:spPr>
          <a:xfrm>
            <a:off x="2020610" y="3582236"/>
            <a:ext cx="5136248" cy="339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10: Results for various SEM orders for the elliptical cylinder at Re = 150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DF666-1164-AC59-1B34-A6F2EC2A2245}"/>
              </a:ext>
            </a:extLst>
          </p:cNvPr>
          <p:cNvSpPr txBox="1"/>
          <p:nvPr/>
        </p:nvSpPr>
        <p:spPr>
          <a:xfrm>
            <a:off x="1845373" y="1030130"/>
            <a:ext cx="5136248" cy="339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9: Lift-Drag values for the elliptical cylinder at Re = 150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CDF674-DCF4-3039-3003-D232CC7E5FCF}"/>
              </a:ext>
            </a:extLst>
          </p:cNvPr>
          <p:cNvSpPr txBox="1"/>
          <p:nvPr/>
        </p:nvSpPr>
        <p:spPr>
          <a:xfrm>
            <a:off x="9016652" y="3251402"/>
            <a:ext cx="2168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19(a): EC – </a:t>
            </a:r>
            <a:r>
              <a:rPr lang="en-IN" sz="1200" dirty="0">
                <a:latin typeface="+mj-lt"/>
              </a:rPr>
              <a:t>Streamlines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DDB202-35B6-8013-213A-8FF5EE5DE7DB}"/>
              </a:ext>
            </a:extLst>
          </p:cNvPr>
          <p:cNvSpPr txBox="1"/>
          <p:nvPr/>
        </p:nvSpPr>
        <p:spPr>
          <a:xfrm>
            <a:off x="8940552" y="6191078"/>
            <a:ext cx="24717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+mj-lt"/>
                <a:ea typeface="Calibri" panose="020F0502020204030204" pitchFamily="34" charset="0"/>
              </a:rPr>
              <a:t>Figure 19(b): EC – Vortex Shedding</a:t>
            </a:r>
            <a:endParaRPr lang="en-IN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0483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2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A56BF-C8BB-8B30-285C-A10FE4B58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0473A-E981-46F9-8BB6-BA7D1A1A4AC3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02DBF-B1F8-431D-F4A2-A1F36D0B4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0A81B-81AD-9BCB-B83C-2F22C840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4453" y="6373164"/>
            <a:ext cx="2743200" cy="365125"/>
          </a:xfrm>
        </p:spPr>
        <p:txBody>
          <a:bodyPr/>
          <a:lstStyle/>
          <a:p>
            <a:fld id="{0FFED4C9-17CE-44C8-ACDC-8FDC26074EC9}" type="slidenum">
              <a:rPr lang="en-IN" smtClean="0"/>
              <a:t>35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67B1B2DF-0DDF-6322-2749-1E29A176AC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29343" y="237409"/>
                <a:ext cx="10515600" cy="76698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Flow over Elliptical Cylinder inclined at 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45°</m:t>
                    </m:r>
                  </m:oMath>
                </a14:m>
                <a:endParaRPr lang="en-IN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67B1B2DF-0DDF-6322-2749-1E29A176AC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9343" y="237409"/>
                <a:ext cx="10515600" cy="766988"/>
              </a:xfrm>
              <a:blipFill>
                <a:blip r:embed="rId2"/>
                <a:stretch>
                  <a:fillRect l="-2377" t="-19841" b="-341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phic 32">
            <a:extLst>
              <a:ext uri="{FF2B5EF4-FFF2-40B4-BE49-F238E27FC236}">
                <a16:creationId xmlns:a16="http://schemas.microsoft.com/office/drawing/2014/main" id="{1ABEE951-2C51-191E-8F63-4B6B5EEA9D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966" t="27640" r="35651" b="26857"/>
          <a:stretch>
            <a:fillRect/>
          </a:stretch>
        </p:blipFill>
        <p:spPr bwMode="auto">
          <a:xfrm>
            <a:off x="8264434" y="1229542"/>
            <a:ext cx="3002280" cy="18440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9EF9F5-104F-3EA5-EE6B-329CB4811A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311" y="1133062"/>
            <a:ext cx="2640291" cy="26402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142A26-F08B-E9CF-5ACE-06616399A4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17" y="1133062"/>
            <a:ext cx="2640291" cy="26402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915B0120-771C-0976-A525-5B8F7A8C71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9021944"/>
                  </p:ext>
                </p:extLst>
              </p:nvPr>
            </p:nvGraphicFramePr>
            <p:xfrm>
              <a:off x="921629" y="4494927"/>
              <a:ext cx="6365918" cy="176453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137992">
                      <a:extLst>
                        <a:ext uri="{9D8B030D-6E8A-4147-A177-3AD203B41FA5}">
                          <a16:colId xmlns:a16="http://schemas.microsoft.com/office/drawing/2014/main" val="1454538729"/>
                        </a:ext>
                      </a:extLst>
                    </a:gridCol>
                    <a:gridCol w="1094436">
                      <a:extLst>
                        <a:ext uri="{9D8B030D-6E8A-4147-A177-3AD203B41FA5}">
                          <a16:colId xmlns:a16="http://schemas.microsoft.com/office/drawing/2014/main" val="502373118"/>
                        </a:ext>
                      </a:extLst>
                    </a:gridCol>
                    <a:gridCol w="946474">
                      <a:extLst>
                        <a:ext uri="{9D8B030D-6E8A-4147-A177-3AD203B41FA5}">
                          <a16:colId xmlns:a16="http://schemas.microsoft.com/office/drawing/2014/main" val="1697964447"/>
                        </a:ext>
                      </a:extLst>
                    </a:gridCol>
                    <a:gridCol w="1121790">
                      <a:extLst>
                        <a:ext uri="{9D8B030D-6E8A-4147-A177-3AD203B41FA5}">
                          <a16:colId xmlns:a16="http://schemas.microsoft.com/office/drawing/2014/main" val="3223315733"/>
                        </a:ext>
                      </a:extLst>
                    </a:gridCol>
                    <a:gridCol w="1065226">
                      <a:extLst>
                        <a:ext uri="{9D8B030D-6E8A-4147-A177-3AD203B41FA5}">
                          <a16:colId xmlns:a16="http://schemas.microsoft.com/office/drawing/2014/main" val="1064865661"/>
                        </a:ext>
                      </a:extLst>
                    </a:gridCol>
                  </a:tblGrid>
                  <a:tr h="534335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4</a:t>
                          </a:r>
                          <a:r>
                            <a:rPr lang="en-IN" sz="1400" kern="100" baseline="30000" dirty="0">
                              <a:effectLst/>
                              <a:latin typeface="+mj-lt"/>
                            </a:rPr>
                            <a:t>th</a:t>
                          </a: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 Order SEM Mesh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Numerical Simulation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Validation</a:t>
                          </a: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Subhankar Sen et al.[45]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705408"/>
                      </a:ext>
                    </a:extLst>
                  </a:tr>
                  <a:tr h="497643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Mean Value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RMS value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>
                              <a:effectLst/>
                              <a:latin typeface="+mj-lt"/>
                            </a:rPr>
                            <a:t>Mean value</a:t>
                          </a:r>
                          <a:endParaRPr lang="en-IN" sz="14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>
                              <a:effectLst/>
                              <a:latin typeface="+mj-lt"/>
                            </a:rPr>
                            <a:t>RMS value</a:t>
                          </a:r>
                          <a:endParaRPr lang="en-IN" sz="14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64927304"/>
                      </a:ext>
                    </a:extLst>
                  </a:tr>
                  <a:tr h="2329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>
                              <a:effectLst/>
                              <a:latin typeface="+mj-lt"/>
                            </a:rPr>
                            <a:t>Total Lift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4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IN" sz="14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4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>
                              <a:effectLst/>
                              <a:latin typeface="+mj-lt"/>
                            </a:rPr>
                            <a:t>0.5012</a:t>
                          </a:r>
                          <a:endParaRPr lang="en-IN" sz="14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0.15298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0.4987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0.1531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64356950"/>
                      </a:ext>
                    </a:extLst>
                  </a:tr>
                  <a:tr h="23299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>
                              <a:effectLst/>
                              <a:latin typeface="+mj-lt"/>
                            </a:rPr>
                            <a:t>Total Drag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4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400" kern="100">
                              <a:effectLst/>
                              <a:latin typeface="+mj-lt"/>
                            </a:rPr>
                            <a:t>)</a:t>
                          </a:r>
                          <a:endParaRPr lang="en-IN" sz="14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>
                              <a:effectLst/>
                              <a:latin typeface="+mj-lt"/>
                            </a:rPr>
                            <a:t>1.145</a:t>
                          </a:r>
                          <a:endParaRPr lang="en-IN" sz="14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>
                              <a:effectLst/>
                              <a:latin typeface="+mj-lt"/>
                            </a:rPr>
                            <a:t>-</a:t>
                          </a:r>
                          <a:endParaRPr lang="en-IN" sz="14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1.1515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-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969504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915B0120-771C-0976-A525-5B8F7A8C71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9021944"/>
                  </p:ext>
                </p:extLst>
              </p:nvPr>
            </p:nvGraphicFramePr>
            <p:xfrm>
              <a:off x="921629" y="4494927"/>
              <a:ext cx="6365918" cy="176453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137992">
                      <a:extLst>
                        <a:ext uri="{9D8B030D-6E8A-4147-A177-3AD203B41FA5}">
                          <a16:colId xmlns:a16="http://schemas.microsoft.com/office/drawing/2014/main" val="1454538729"/>
                        </a:ext>
                      </a:extLst>
                    </a:gridCol>
                    <a:gridCol w="1094436">
                      <a:extLst>
                        <a:ext uri="{9D8B030D-6E8A-4147-A177-3AD203B41FA5}">
                          <a16:colId xmlns:a16="http://schemas.microsoft.com/office/drawing/2014/main" val="502373118"/>
                        </a:ext>
                      </a:extLst>
                    </a:gridCol>
                    <a:gridCol w="946474">
                      <a:extLst>
                        <a:ext uri="{9D8B030D-6E8A-4147-A177-3AD203B41FA5}">
                          <a16:colId xmlns:a16="http://schemas.microsoft.com/office/drawing/2014/main" val="1697964447"/>
                        </a:ext>
                      </a:extLst>
                    </a:gridCol>
                    <a:gridCol w="1121790">
                      <a:extLst>
                        <a:ext uri="{9D8B030D-6E8A-4147-A177-3AD203B41FA5}">
                          <a16:colId xmlns:a16="http://schemas.microsoft.com/office/drawing/2014/main" val="3223315733"/>
                        </a:ext>
                      </a:extLst>
                    </a:gridCol>
                    <a:gridCol w="1065226">
                      <a:extLst>
                        <a:ext uri="{9D8B030D-6E8A-4147-A177-3AD203B41FA5}">
                          <a16:colId xmlns:a16="http://schemas.microsoft.com/office/drawing/2014/main" val="1064865661"/>
                        </a:ext>
                      </a:extLst>
                    </a:gridCol>
                  </a:tblGrid>
                  <a:tr h="703390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4</a:t>
                          </a:r>
                          <a:r>
                            <a:rPr lang="en-IN" sz="1400" kern="100" baseline="30000" dirty="0">
                              <a:effectLst/>
                              <a:latin typeface="+mj-lt"/>
                            </a:rPr>
                            <a:t>th</a:t>
                          </a: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 Order SEM Mesh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Numerical Simulation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Validation</a:t>
                          </a: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Subhankar Sen et al.[45]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1705408"/>
                      </a:ext>
                    </a:extLst>
                  </a:tr>
                  <a:tr h="497643">
                    <a:tc v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Mean Value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RMS value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>
                              <a:effectLst/>
                              <a:latin typeface="+mj-lt"/>
                            </a:rPr>
                            <a:t>Mean value</a:t>
                          </a:r>
                          <a:endParaRPr lang="en-IN" sz="14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>
                              <a:effectLst/>
                              <a:latin typeface="+mj-lt"/>
                            </a:rPr>
                            <a:t>RMS value</a:t>
                          </a:r>
                          <a:endParaRPr lang="en-IN" sz="14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64927304"/>
                      </a:ext>
                    </a:extLst>
                  </a:tr>
                  <a:tr h="281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285" t="-421277" r="-198291" b="-136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>
                              <a:effectLst/>
                              <a:latin typeface="+mj-lt"/>
                            </a:rPr>
                            <a:t>0.5012</a:t>
                          </a:r>
                          <a:endParaRPr lang="en-IN" sz="14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0.15298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0.4987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0.1531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64356950"/>
                      </a:ext>
                    </a:extLst>
                  </a:tr>
                  <a:tr h="281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285" t="-532609" r="-198291" b="-39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>
                              <a:effectLst/>
                              <a:latin typeface="+mj-lt"/>
                            </a:rPr>
                            <a:t>1.145</a:t>
                          </a:r>
                          <a:endParaRPr lang="en-IN" sz="14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>
                              <a:effectLst/>
                              <a:latin typeface="+mj-lt"/>
                            </a:rPr>
                            <a:t>-</a:t>
                          </a:r>
                          <a:endParaRPr lang="en-IN" sz="1400" kern="10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1.1515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400" kern="100" dirty="0">
                              <a:effectLst/>
                              <a:latin typeface="+mj-lt"/>
                            </a:rPr>
                            <a:t>-</a:t>
                          </a:r>
                          <a:endParaRPr lang="en-IN" sz="14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96950429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56AF041-D98D-F9BB-AEC1-7973B1C78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139722"/>
              </p:ext>
            </p:extLst>
          </p:nvPr>
        </p:nvGraphicFramePr>
        <p:xfrm>
          <a:off x="8594453" y="4494927"/>
          <a:ext cx="2408735" cy="179731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82703">
                  <a:extLst>
                    <a:ext uri="{9D8B030D-6E8A-4147-A177-3AD203B41FA5}">
                      <a16:colId xmlns:a16="http://schemas.microsoft.com/office/drawing/2014/main" val="2323661709"/>
                    </a:ext>
                  </a:extLst>
                </a:gridCol>
                <a:gridCol w="1026032">
                  <a:extLst>
                    <a:ext uri="{9D8B030D-6E8A-4147-A177-3AD203B41FA5}">
                      <a16:colId xmlns:a16="http://schemas.microsoft.com/office/drawing/2014/main" val="3479220999"/>
                    </a:ext>
                  </a:extLst>
                </a:gridCol>
              </a:tblGrid>
              <a:tr h="2928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00" dirty="0">
                          <a:effectLst/>
                          <a:latin typeface="+mj-lt"/>
                        </a:rPr>
                        <a:t>No. of timesteps</a:t>
                      </a:r>
                      <a:endParaRPr lang="en-IN" sz="1200" b="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00" dirty="0">
                          <a:effectLst/>
                          <a:latin typeface="+mj-lt"/>
                        </a:rPr>
                        <a:t>50000</a:t>
                      </a:r>
                      <a:endParaRPr lang="en-IN" sz="1200" b="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912932"/>
                  </a:ext>
                </a:extLst>
              </a:tr>
              <a:tr h="292889"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Tolerance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1.00E-06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406593"/>
                  </a:ext>
                </a:extLst>
              </a:tr>
              <a:tr h="292889"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Order (Vel, Pres)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4,4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246525"/>
                  </a:ext>
                </a:extLst>
              </a:tr>
              <a:tr h="292889">
                <a:tc>
                  <a:txBody>
                    <a:bodyPr/>
                    <a:lstStyle/>
                    <a:p>
                      <a:r>
                        <a:rPr lang="en-IN" sz="1200" kern="100" dirty="0">
                          <a:effectLst/>
                          <a:latin typeface="+mj-lt"/>
                        </a:rPr>
                        <a:t>Nodes (Vel, Pres)</a:t>
                      </a:r>
                      <a:endParaRPr lang="en-IN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7796, 7796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655400"/>
                  </a:ext>
                </a:extLst>
              </a:tr>
              <a:tr h="2928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</a:rPr>
                        <a:t>Quad Elements</a:t>
                      </a:r>
                      <a:endParaRPr lang="en-IN" sz="12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478</a:t>
                      </a:r>
                      <a:endParaRPr lang="en-IN" sz="1200" kern="100" dirty="0">
                        <a:solidFill>
                          <a:schemeClr val="dk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77787"/>
                  </a:ext>
                </a:extLst>
              </a:tr>
              <a:tr h="2928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Reynolds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+mj-lt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07291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2971519-90BE-CA88-00BD-F3604DAA9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4005" y="4218778"/>
            <a:ext cx="235606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Numerical Simulation Parameters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173714-9CFA-228E-3CFD-52D82CFC1B1A}"/>
              </a:ext>
            </a:extLst>
          </p:cNvPr>
          <p:cNvSpPr txBox="1"/>
          <p:nvPr/>
        </p:nvSpPr>
        <p:spPr>
          <a:xfrm>
            <a:off x="2301983" y="4204233"/>
            <a:ext cx="3473234" cy="339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11: Lift-Drag calculation for inclined Ellipse 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AAD2B1-AA71-49C4-1791-509C88C4841B}"/>
                  </a:ext>
                </a:extLst>
              </p:cNvPr>
              <p:cNvSpPr txBox="1"/>
              <p:nvPr/>
            </p:nvSpPr>
            <p:spPr>
              <a:xfrm>
                <a:off x="1431373" y="4012030"/>
                <a:ext cx="577823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200" dirty="0">
                    <a:latin typeface="+mj-lt"/>
                    <a:ea typeface="Calibri" panose="020F0502020204030204" pitchFamily="34" charset="0"/>
                  </a:rPr>
                  <a:t>Figure 20:  </a:t>
                </a:r>
                <a:r>
                  <a:rPr lang="en-IN" sz="1200" dirty="0">
                    <a:effectLst/>
                    <a:latin typeface="+mj-lt"/>
                    <a:ea typeface="Calibri" panose="020F0502020204030204" pitchFamily="34" charset="0"/>
                  </a:rPr>
                  <a:t>4</a:t>
                </a:r>
                <a:r>
                  <a:rPr lang="en-IN" sz="1200" baseline="30000" dirty="0">
                    <a:effectLst/>
                    <a:latin typeface="+mj-lt"/>
                    <a:ea typeface="Calibri" panose="020F0502020204030204" pitchFamily="34" charset="0"/>
                  </a:rPr>
                  <a:t>th</a:t>
                </a:r>
                <a:r>
                  <a:rPr lang="en-IN" sz="1200" dirty="0">
                    <a:effectLst/>
                    <a:latin typeface="+mj-lt"/>
                    <a:ea typeface="Calibri" panose="020F0502020204030204" pitchFamily="34" charset="0"/>
                  </a:rPr>
                  <a:t> order SEM plots for </a:t>
                </a:r>
                <a14:m>
                  <m:oMath xmlns:m="http://schemas.openxmlformats.org/officeDocument/2006/math">
                    <m:r>
                      <a:rPr lang="en-IN" sz="1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45°</m:t>
                    </m:r>
                  </m:oMath>
                </a14:m>
                <a:r>
                  <a:rPr lang="en-IN" sz="1200" dirty="0">
                    <a:effectLst/>
                    <a:latin typeface="+mj-lt"/>
                    <a:ea typeface="Times New Roman" panose="02020603050405020304" pitchFamily="18" charset="0"/>
                  </a:rPr>
                  <a:t> backward inclined </a:t>
                </a:r>
                <a:r>
                  <a:rPr lang="en-IN" sz="1200" dirty="0">
                    <a:effectLst/>
                    <a:latin typeface="+mj-lt"/>
                    <a:ea typeface="Calibri" panose="020F0502020204030204" pitchFamily="34" charset="0"/>
                  </a:rPr>
                  <a:t>elliptical cylinder at Re = 100</a:t>
                </a:r>
                <a:endParaRPr lang="en-IN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AAD2B1-AA71-49C4-1791-509C88C48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373" y="4012030"/>
                <a:ext cx="5778238" cy="276999"/>
              </a:xfrm>
              <a:prstGeom prst="rect">
                <a:avLst/>
              </a:prstGeom>
              <a:blipFill>
                <a:blip r:embed="rId8"/>
                <a:stretch>
                  <a:fillRect l="-105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6FA8623-D9BA-7AE7-D98D-1F73984F352F}"/>
              </a:ext>
            </a:extLst>
          </p:cNvPr>
          <p:cNvSpPr txBox="1"/>
          <p:nvPr/>
        </p:nvSpPr>
        <p:spPr>
          <a:xfrm>
            <a:off x="1647114" y="3763518"/>
            <a:ext cx="1456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(a) Lift Coefficient</a:t>
            </a:r>
            <a:endParaRPr lang="en-IN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D29FA5-DB67-5CA3-37E2-19DDA1348C83}"/>
              </a:ext>
            </a:extLst>
          </p:cNvPr>
          <p:cNvSpPr txBox="1"/>
          <p:nvPr/>
        </p:nvSpPr>
        <p:spPr>
          <a:xfrm>
            <a:off x="5020460" y="3773353"/>
            <a:ext cx="1456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(b) Drag Coefficient</a:t>
            </a:r>
            <a:endParaRPr lang="en-IN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58AA20E-8A1E-2FC4-00E1-85FFB8F7FB86}"/>
                  </a:ext>
                </a:extLst>
              </p:cNvPr>
              <p:cNvSpPr txBox="1"/>
              <p:nvPr/>
            </p:nvSpPr>
            <p:spPr>
              <a:xfrm>
                <a:off x="8153400" y="3021728"/>
                <a:ext cx="366486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200" dirty="0">
                    <a:latin typeface="+mj-lt"/>
                    <a:ea typeface="Calibri" panose="020F0502020204030204" pitchFamily="34" charset="0"/>
                  </a:rPr>
                  <a:t>Figure 20(c):  </a:t>
                </a:r>
                <a14:m>
                  <m:oMath xmlns:m="http://schemas.openxmlformats.org/officeDocument/2006/math">
                    <m:r>
                      <a:rPr lang="en-IN" sz="1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45°</m:t>
                    </m:r>
                  </m:oMath>
                </a14:m>
                <a:r>
                  <a:rPr lang="en-IN" sz="1200" dirty="0">
                    <a:effectLst/>
                    <a:latin typeface="+mj-lt"/>
                    <a:ea typeface="Times New Roman" panose="02020603050405020304" pitchFamily="18" charset="0"/>
                  </a:rPr>
                  <a:t> backward inclined </a:t>
                </a:r>
                <a:r>
                  <a:rPr lang="en-IN" sz="1200" dirty="0">
                    <a:effectLst/>
                    <a:latin typeface="+mj-lt"/>
                    <a:ea typeface="Calibri" panose="020F0502020204030204" pitchFamily="34" charset="0"/>
                  </a:rPr>
                  <a:t>elliptical cylinder</a:t>
                </a:r>
                <a:endParaRPr lang="en-IN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58AA20E-8A1E-2FC4-00E1-85FFB8F7F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3021728"/>
                <a:ext cx="3664869" cy="276999"/>
              </a:xfrm>
              <a:prstGeom prst="rect">
                <a:avLst/>
              </a:prstGeom>
              <a:blipFill>
                <a:blip r:embed="rId9"/>
                <a:stretch>
                  <a:fillRect l="-166" t="-2222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65571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E2392-F45A-EFE4-520D-1B361FEFD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Summary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3DEA5-7375-6AB4-21F8-F4D6AD559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517" y="1277845"/>
            <a:ext cx="10515600" cy="280429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200" b="1" u="sng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SUMMARY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Contributed to the development of a solver for the unsteady, incompressible 2D Navier-Stokes equations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Developed FEM solution for Taylor-Hood element using </a:t>
            </a:r>
            <a:r>
              <a:rPr lang="en-US" sz="26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unequal order interpolating </a:t>
            </a: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polynomials for pressure and velocity.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Employed the Element-by-Element Conjugate Gradient approach as an alternative to avoid the global assembly approach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Implemented PETSC Solver and in-house CG Solver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Corrected the Lift-Drag calculation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Used curved mesh for capturing curvature using a minimal coarse mesh.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Developed SEM Mesh generation using Fortran code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Simulated and validated the Lid-driven cavity flow problem, flow over circular, square, and elliptical cylinder problems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701B6-5386-EE7F-0D1F-AD3BDD69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9A06-F94E-4010-BEB6-C12D6BE73211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58097-B981-4F06-4078-84922AAC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4310D-FB2E-C1BA-F02E-71BA8E88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36</a:t>
            </a:fld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D0D079D-8484-4C11-8BEF-77AE09604557}"/>
              </a:ext>
            </a:extLst>
          </p:cNvPr>
          <p:cNvSpPr txBox="1">
            <a:spLocks/>
          </p:cNvSpPr>
          <p:nvPr/>
        </p:nvSpPr>
        <p:spPr>
          <a:xfrm>
            <a:off x="757517" y="4013353"/>
            <a:ext cx="10515600" cy="2411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u="sng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FUTURE WORK</a:t>
            </a:r>
            <a:endParaRPr lang="en-IN" sz="2000" b="1" u="sng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600" dirty="0">
                <a:latin typeface="+mj-lt"/>
              </a:rPr>
              <a:t>Completing and enhancing the in-house CG solver and developing direct solvers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600" dirty="0">
                <a:latin typeface="+mj-lt"/>
              </a:rPr>
              <a:t>Expanding this code to solve Vortex Induced Vibration (VIV) problems and deal with 3D problems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600" dirty="0">
                <a:latin typeface="+mj-lt"/>
              </a:rPr>
              <a:t>Adapting parallel programming to reduce computational cost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600" dirty="0">
                <a:latin typeface="+mj-lt"/>
              </a:rPr>
              <a:t>Enable the solver to simulate high Reynolds number flow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600" dirty="0">
                <a:latin typeface="+mj-lt"/>
              </a:rPr>
              <a:t>Analysis of Fluid Structure Interaction (FSI) problems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43115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24F5-0BDE-4445-B741-A1DB6660D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369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References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893F2-6CDF-49C9-85B4-95CCA6C62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235" y="1398494"/>
            <a:ext cx="11349317" cy="4778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+mj-lt"/>
              </a:rPr>
              <a:t>[1]</a:t>
            </a:r>
            <a:r>
              <a:rPr lang="en-IN" sz="1400" dirty="0">
                <a:latin typeface="+mj-lt"/>
              </a:rPr>
              <a:t> 	A. T. Patera, “A spectral element method for fluid dynamics: Laminar flow in a channel expansion,” 	</a:t>
            </a:r>
            <a:r>
              <a:rPr lang="en-IN" sz="1400" i="1" dirty="0">
                <a:latin typeface="+mj-lt"/>
              </a:rPr>
              <a:t>J </a:t>
            </a:r>
            <a:r>
              <a:rPr lang="en-IN" sz="1400" i="1" dirty="0" err="1">
                <a:latin typeface="+mj-lt"/>
              </a:rPr>
              <a:t>Comput</a:t>
            </a:r>
            <a:r>
              <a:rPr lang="en-IN" sz="1400" i="1" dirty="0">
                <a:latin typeface="+mj-lt"/>
              </a:rPr>
              <a:t> Phys</a:t>
            </a:r>
            <a:r>
              <a:rPr lang="en-IN" sz="1400" dirty="0">
                <a:latin typeface="+mj-lt"/>
              </a:rPr>
              <a:t>, vol. 54, no. 3, 1984, </a:t>
            </a:r>
            <a:r>
              <a:rPr lang="en-IN" sz="1400" dirty="0" err="1">
                <a:latin typeface="+mj-lt"/>
              </a:rPr>
              <a:t>doi</a:t>
            </a:r>
            <a:r>
              <a:rPr lang="en-IN" sz="1400" dirty="0">
                <a:latin typeface="+mj-lt"/>
              </a:rPr>
              <a:t>: 10.1016/0021-9991(84)90128-1.</a:t>
            </a:r>
          </a:p>
          <a:p>
            <a:pPr marL="0" indent="0">
              <a:buNone/>
            </a:pPr>
            <a:r>
              <a:rPr lang="en-IN" sz="1400" dirty="0">
                <a:latin typeface="+mj-lt"/>
              </a:rPr>
              <a:t>[6]  	</a:t>
            </a:r>
            <a:r>
              <a:rPr lang="en-IN" sz="14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F. X. Giraldo </a:t>
            </a:r>
            <a:r>
              <a:rPr lang="en-IN" sz="1400" i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4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, “An Introduction to Element-Based </a:t>
            </a:r>
            <a:r>
              <a:rPr lang="en-IN" sz="14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Galerkin</a:t>
            </a:r>
            <a:r>
              <a:rPr lang="en-IN" sz="14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Methods on Tensor-Product Bases Analysis, Algorithms, and Applications.” </a:t>
            </a:r>
            <a:endParaRPr lang="en-IN" sz="1400" dirty="0">
              <a:latin typeface="+mj-lt"/>
            </a:endParaRPr>
          </a:p>
          <a:p>
            <a:pPr marL="0" indent="0">
              <a:buNone/>
            </a:pPr>
            <a:r>
              <a:rPr lang="en-US" sz="1400" dirty="0">
                <a:latin typeface="+mj-lt"/>
              </a:rPr>
              <a:t>[10]	 P. F. Fischer and E. M. </a:t>
            </a:r>
            <a:r>
              <a:rPr lang="en-US" sz="1400" dirty="0" err="1">
                <a:latin typeface="+mj-lt"/>
              </a:rPr>
              <a:t>Rønquist</a:t>
            </a:r>
            <a:r>
              <a:rPr lang="en-US" sz="1400" dirty="0">
                <a:latin typeface="+mj-lt"/>
              </a:rPr>
              <a:t>. “Spectral element methods for large-scale parallel Navier-Stokes calculations”. Computer methods in applied mechanics and engineering 116.1-4 (1994), 69–76.</a:t>
            </a:r>
          </a:p>
          <a:p>
            <a:pPr marL="0" indent="0">
              <a:buNone/>
            </a:pPr>
            <a:r>
              <a:rPr lang="en-US" sz="1400" dirty="0">
                <a:latin typeface="+mj-lt"/>
              </a:rPr>
              <a:t>[12] 	H. Jiang and L. Cheng, “Large-eddy simulation of flow past a circular cylinder for Reynolds numbers 400 to 3900,” Physics of Fluids, vol. 33, no. 3, Mar. 2021, </a:t>
            </a:r>
            <a:r>
              <a:rPr lang="en-US" sz="1400" dirty="0" err="1">
                <a:latin typeface="+mj-lt"/>
              </a:rPr>
              <a:t>doi</a:t>
            </a:r>
            <a:r>
              <a:rPr lang="en-US" sz="1400" dirty="0">
                <a:latin typeface="+mj-lt"/>
              </a:rPr>
              <a:t>: 10.1063/5.0041168.</a:t>
            </a:r>
          </a:p>
          <a:p>
            <a:pPr marL="0" indent="0">
              <a:buNone/>
            </a:pPr>
            <a:r>
              <a:rPr lang="en-US" sz="1400" dirty="0">
                <a:latin typeface="+mj-lt"/>
              </a:rPr>
              <a:t>[16] 	J. Kim and P. Moin, “Application of a fractional-step method to incompressible Navier-Stokes equations,” J </a:t>
            </a:r>
            <a:r>
              <a:rPr lang="en-US" sz="1400" dirty="0" err="1">
                <a:latin typeface="+mj-lt"/>
              </a:rPr>
              <a:t>Comput</a:t>
            </a:r>
            <a:r>
              <a:rPr lang="en-US" sz="1400" dirty="0">
                <a:latin typeface="+mj-lt"/>
              </a:rPr>
              <a:t> Phys, vol. 59, no. 2, 1985, </a:t>
            </a:r>
            <a:r>
              <a:rPr lang="en-US" sz="1400" dirty="0" err="1">
                <a:latin typeface="+mj-lt"/>
              </a:rPr>
              <a:t>doi</a:t>
            </a:r>
            <a:r>
              <a:rPr lang="en-US" sz="1400" dirty="0">
                <a:latin typeface="+mj-lt"/>
              </a:rPr>
              <a:t>: 10.1016/0021-9991(85)90148-2.</a:t>
            </a:r>
          </a:p>
          <a:p>
            <a:pPr marL="0" indent="0">
              <a:buNone/>
            </a:pPr>
            <a:r>
              <a:rPr lang="en-IN" sz="1400" dirty="0">
                <a:latin typeface="+mj-lt"/>
              </a:rPr>
              <a:t>[28]	C. Taylor and P. Hook, “A numerical solution of the </a:t>
            </a:r>
            <a:r>
              <a:rPr lang="en-IN" sz="1400" dirty="0" err="1">
                <a:latin typeface="+mj-lt"/>
              </a:rPr>
              <a:t>navier</a:t>
            </a:r>
            <a:r>
              <a:rPr lang="en-IN" sz="1400" dirty="0">
                <a:latin typeface="+mj-lt"/>
              </a:rPr>
              <a:t>-stokes equations using the finite element technique,” </a:t>
            </a:r>
            <a:r>
              <a:rPr lang="en-IN" sz="1400" dirty="0" err="1">
                <a:latin typeface="+mj-lt"/>
              </a:rPr>
              <a:t>Pergamoo</a:t>
            </a:r>
            <a:r>
              <a:rPr lang="en-IN" sz="1400" dirty="0">
                <a:latin typeface="+mj-lt"/>
              </a:rPr>
              <a:t> Press, 1973.</a:t>
            </a:r>
            <a:endParaRPr lang="en-US" sz="1400" dirty="0">
              <a:latin typeface="+mj-lt"/>
            </a:endParaRPr>
          </a:p>
          <a:p>
            <a:pPr marL="0" indent="0">
              <a:buNone/>
            </a:pPr>
            <a:r>
              <a:rPr lang="en-IN" sz="1400" dirty="0">
                <a:latin typeface="+mj-lt"/>
              </a:rPr>
              <a:t>[37]	J. Park and H. Choi, “Numerical solutions of flow past a circular cylinder at Reynolds numbers up to 160,” </a:t>
            </a:r>
            <a:r>
              <a:rPr lang="en-IN" sz="1400" i="1" dirty="0">
                <a:latin typeface="+mj-lt"/>
              </a:rPr>
              <a:t>KSME International Journal</a:t>
            </a:r>
            <a:r>
              <a:rPr lang="en-IN" sz="1400" dirty="0">
                <a:latin typeface="+mj-lt"/>
              </a:rPr>
              <a:t>, vol. 12, no. 6, 1998, </a:t>
            </a:r>
            <a:r>
              <a:rPr lang="en-IN" sz="1400" dirty="0" err="1">
                <a:latin typeface="+mj-lt"/>
              </a:rPr>
              <a:t>doi</a:t>
            </a:r>
            <a:r>
              <a:rPr lang="en-IN" sz="1400" dirty="0">
                <a:latin typeface="+mj-lt"/>
              </a:rPr>
              <a:t>: 10.1007/BF02942594.</a:t>
            </a:r>
          </a:p>
          <a:p>
            <a:pPr marL="0" indent="0">
              <a:buNone/>
            </a:pPr>
            <a:r>
              <a:rPr lang="en-IN" sz="1400" dirty="0">
                <a:latin typeface="+mj-lt"/>
              </a:rPr>
              <a:t>[40]	M. Zhao, “Flow-induced vibrations of square and rectangular cylinders at low Reynolds number,” </a:t>
            </a:r>
            <a:r>
              <a:rPr lang="en-IN" sz="1400" i="1" dirty="0">
                <a:latin typeface="+mj-lt"/>
              </a:rPr>
              <a:t>Fluid Dyn Res</a:t>
            </a:r>
            <a:r>
              <a:rPr lang="en-IN" sz="1400" dirty="0">
                <a:latin typeface="+mj-lt"/>
              </a:rPr>
              <a:t>, vol. 47, no. 2, 2015, </a:t>
            </a:r>
            <a:r>
              <a:rPr lang="en-IN" sz="1400" dirty="0" err="1">
                <a:latin typeface="+mj-lt"/>
              </a:rPr>
              <a:t>doi</a:t>
            </a:r>
            <a:r>
              <a:rPr lang="en-IN" sz="1400" dirty="0">
                <a:latin typeface="+mj-lt"/>
              </a:rPr>
              <a:t>: 10.1088/0169 5983/47/2/025502.</a:t>
            </a:r>
          </a:p>
          <a:p>
            <a:pPr marL="0" indent="0">
              <a:buNone/>
            </a:pPr>
            <a:r>
              <a:rPr lang="en-IN" sz="1400" dirty="0">
                <a:latin typeface="+mj-lt"/>
              </a:rPr>
              <a:t>[43]	X. Shi, M. Alam, and H. Bai, “Wakes of elliptical cylinders at low Reynolds number,” </a:t>
            </a:r>
            <a:r>
              <a:rPr lang="en-IN" sz="1400" i="1" dirty="0">
                <a:latin typeface="+mj-lt"/>
              </a:rPr>
              <a:t>Int J Heat Fluid Flow</a:t>
            </a:r>
            <a:r>
              <a:rPr lang="en-IN" sz="1400" dirty="0">
                <a:latin typeface="+mj-lt"/>
              </a:rPr>
              <a:t>, vol. 82, 2020, </a:t>
            </a:r>
            <a:r>
              <a:rPr lang="en-IN" sz="1400" dirty="0" err="1">
                <a:latin typeface="+mj-lt"/>
              </a:rPr>
              <a:t>doi</a:t>
            </a:r>
            <a:r>
              <a:rPr lang="en-IN" sz="1400" dirty="0">
                <a:latin typeface="+mj-lt"/>
              </a:rPr>
              <a:t>: 10.1016/j.ijheatfluidflow.2020.108553.</a:t>
            </a:r>
          </a:p>
          <a:p>
            <a:pPr marL="0" indent="0">
              <a:buNone/>
            </a:pPr>
            <a:r>
              <a:rPr lang="en-IN" sz="1400" dirty="0">
                <a:latin typeface="+mj-lt"/>
              </a:rPr>
              <a:t>[45]	H. Sarkar and S. Sen, “VORTEX-INDUCED VIBRATIONS OF AN ELLIPTIC CYLINDER AT DIFFERENT ANGLES OF INCIDENCE,” in </a:t>
            </a:r>
            <a:r>
              <a:rPr lang="en-IN" sz="1400" i="1" dirty="0">
                <a:latin typeface="+mj-lt"/>
              </a:rPr>
              <a:t>Proceedings of the Thermal and Fluids Engineering Summer Conference</a:t>
            </a:r>
            <a:r>
              <a:rPr lang="en-IN" sz="1400" dirty="0">
                <a:latin typeface="+mj-lt"/>
              </a:rPr>
              <a:t>, 2023. </a:t>
            </a:r>
            <a:r>
              <a:rPr lang="en-IN" sz="1400" dirty="0" err="1">
                <a:latin typeface="+mj-lt"/>
              </a:rPr>
              <a:t>doi</a:t>
            </a:r>
            <a:r>
              <a:rPr lang="en-IN" sz="1400" dirty="0">
                <a:latin typeface="+mj-lt"/>
              </a:rPr>
              <a:t>: 10.1615/tfec2023.fna.046072.</a:t>
            </a:r>
          </a:p>
          <a:p>
            <a:pPr marL="0" indent="0">
              <a:buNone/>
            </a:pPr>
            <a:endParaRPr lang="en-IN" sz="22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DFFC6-D520-4E4D-8EAF-56AA07B41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D10B2-85A3-464D-958C-4250463D9687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2497B-9303-4078-B0D9-09027F225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DA559-93AB-422E-883A-E9033F76F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3203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4560-6A40-50D3-E331-58BAD518B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497F0-D29D-4347-9644-331BC9012987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0A9D2-F1EE-9CE7-BDF3-E0E1C5F04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E4A09-3000-EE84-D8E8-80318AD24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38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922B1A-001C-3621-5788-91ECF31A56FB}"/>
              </a:ext>
            </a:extLst>
          </p:cNvPr>
          <p:cNvSpPr/>
          <p:nvPr/>
        </p:nvSpPr>
        <p:spPr>
          <a:xfrm>
            <a:off x="2783875" y="2276493"/>
            <a:ext cx="6624249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10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21942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B6CE8-E55E-73E9-A623-3ABB0600E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B51D-E657-DC52-CA89-8C1C2D73F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Finite/Spectral Element Method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0D87C-B3A3-C7C3-FADE-A34779E2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6725-C4CC-4417-AC37-8D8921925731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5F689-1BBF-8994-17A7-CA887D0C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FEEE0-917D-721C-6C6A-80931B26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39</a:t>
            </a:fld>
            <a:endParaRPr lang="en-IN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CF660EA-BE6D-EFF3-7240-4CBF18EE8CC6}"/>
              </a:ext>
            </a:extLst>
          </p:cNvPr>
          <p:cNvGraphicFramePr/>
          <p:nvPr/>
        </p:nvGraphicFramePr>
        <p:xfrm>
          <a:off x="530658" y="1387569"/>
          <a:ext cx="11130683" cy="4082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15871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609C1-5A6E-027B-1E2F-39CFBA6C4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412750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Numerical Integration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F923C4-962F-0F12-0E06-679E0B2A2A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38313"/>
                <a:ext cx="10515600" cy="443865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sz="2000" dirty="0">
                    <a:latin typeface="+mj-lt"/>
                  </a:rPr>
                  <a:t>Integrating over domain using Gauss Quadrature Integration </a:t>
                </a:r>
                <a:r>
                  <a:rPr lang="en-IN" sz="2000" dirty="0">
                    <a:latin typeface="+mj-lt"/>
                    <a:sym typeface="Wingdings" panose="05000000000000000000" pitchFamily="2" charset="2"/>
                  </a:rPr>
                  <a:t></a:t>
                </a:r>
                <a:r>
                  <a:rPr lang="en-IN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:[−1,1]</m:t>
                    </m:r>
                  </m:oMath>
                </a14:m>
                <a:endParaRPr lang="en-IN" sz="2000" dirty="0">
                  <a:latin typeface="+mj-lt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sz="2000" dirty="0" err="1">
                    <a:latin typeface="+mj-lt"/>
                  </a:rPr>
                  <a:t>Lobatto</a:t>
                </a:r>
                <a:r>
                  <a:rPr lang="en-IN" sz="2000" dirty="0">
                    <a:latin typeface="+mj-lt"/>
                  </a:rPr>
                  <a:t> polynomials roots are used as integration points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sz="2000" dirty="0">
                    <a:latin typeface="+mj-lt"/>
                  </a:rPr>
                  <a:t>Corresponding Weights of integration: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</m:d>
                          <m:sSup>
                            <m:sSup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sz="1800" b="0" i="1" smtClea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dirty="0">
                  <a:latin typeface="+mj-lt"/>
                </a:endParaRPr>
              </a:p>
              <a:p>
                <a:pPr marL="0" indent="0" algn="ctr">
                  <a:buNone/>
                </a:pPr>
                <a:r>
                  <a:rPr lang="en-IN" sz="1600" dirty="0">
                    <a:latin typeface="+mj-lt"/>
                  </a:rPr>
                  <a:t>(where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+mj-lt"/>
                    <a:ea typeface="Verdana" panose="020B0604030504040204" pitchFamily="34" charset="0"/>
                    <a:cs typeface="Times New Roman" panose="02020603050405020304" pitchFamily="18" charset="0"/>
                  </a:rPr>
                  <a:t>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+mj-lt"/>
                    <a:ea typeface="Verdana" panose="020B0604030504040204" pitchFamily="34" charset="0"/>
                    <a:cs typeface="Times New Roman" panose="02020603050405020304" pitchFamily="18" charset="0"/>
                  </a:rPr>
                  <a:t> degree Legendre Polynomials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+mj-lt"/>
                    <a:ea typeface="Verdana" panose="020B0604030504040204" pitchFamily="34" charset="0"/>
                    <a:cs typeface="Times New Roman" panose="02020603050405020304" pitchFamily="18" charset="0"/>
                  </a:rPr>
                  <a:t> are roots of Lobatto polynomials</a:t>
                </a:r>
                <a:r>
                  <a:rPr lang="en-IN" sz="1600" dirty="0">
                    <a:latin typeface="+mj-lt"/>
                  </a:rPr>
                  <a:t>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sz="20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IN" sz="20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IN" sz="2000" kern="10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degree </a:t>
                </a:r>
                <a:r>
                  <a:rPr lang="en-IN" sz="2000" kern="100" dirty="0" err="1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Lobatto</a:t>
                </a:r>
                <a:r>
                  <a:rPr lang="en-IN" sz="2000" kern="10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integration points can give an accurate result for integration up to </a:t>
                </a:r>
                <a14:m>
                  <m:oMath xmlns:m="http://schemas.openxmlformats.org/officeDocument/2006/math">
                    <m:r>
                      <a:rPr lang="en-IN" sz="20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IN" sz="20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IN" sz="20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−1 </m:t>
                    </m:r>
                    <m:r>
                      <a:rPr lang="en-IN" sz="20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𝑑𝑒𝑔𝑟𝑒𝑒</m:t>
                    </m:r>
                  </m:oMath>
                </a14:m>
                <a:r>
                  <a:rPr lang="en-IN" sz="2000" kern="10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polynomials.</a:t>
                </a:r>
                <a:endParaRPr lang="en-IN" sz="2000" kern="100" dirty="0">
                  <a:effectLst/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IN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p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𝜉</m:t>
                              </m:r>
                            </m:e>
                          </m:d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𝑱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𝜉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)|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𝜉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)|</m:t>
                              </m:r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)|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F923C4-962F-0F12-0E06-679E0B2A2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38313"/>
                <a:ext cx="10515600" cy="4438650"/>
              </a:xfrm>
              <a:blipFill>
                <a:blip r:embed="rId2"/>
                <a:stretch>
                  <a:fillRect l="-522" t="-13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34A0E-E6D0-8B43-8032-2C4CD0D69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5D5B-DB85-4C4A-B7B2-74BE272D03F6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82A73-0DCA-34BD-EE5C-05F4CA32D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8B87C-59EF-958C-B82A-D49C64DA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6301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C8605-C636-4F7A-D743-D79E575B8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Element Level Transformation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D925B-1DC1-BE5D-7586-0000B3E7D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4D09-D114-4011-B8D2-A5A8EF0DE780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93D72-F65E-A8C0-101F-A725955E3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A9C85-9160-EBB7-67A9-2B535184D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41</a:t>
            </a:fld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1378EE3-9360-F270-BD51-2D35EE60A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55" b="6455"/>
          <a:stretch/>
        </p:blipFill>
        <p:spPr bwMode="auto">
          <a:xfrm>
            <a:off x="5487928" y="4242717"/>
            <a:ext cx="4883903" cy="151461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1797A6-CED7-803F-1FEE-5032328541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804" y="4638959"/>
            <a:ext cx="2951480" cy="3435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16CF7F-2499-5CD1-B8CD-18146CF8FA71}"/>
              </a:ext>
            </a:extLst>
          </p:cNvPr>
          <p:cNvSpPr txBox="1"/>
          <p:nvPr/>
        </p:nvSpPr>
        <p:spPr>
          <a:xfrm>
            <a:off x="1318611" y="5751382"/>
            <a:ext cx="34962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 3: Domain transformation in 1D</a:t>
            </a:r>
            <a:endParaRPr lang="en-IN" sz="1600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F0AEC8-F4AA-410D-6903-A17724EB1629}"/>
              </a:ext>
            </a:extLst>
          </p:cNvPr>
          <p:cNvSpPr txBox="1"/>
          <p:nvPr/>
        </p:nvSpPr>
        <p:spPr>
          <a:xfrm>
            <a:off x="6485965" y="5751382"/>
            <a:ext cx="34962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 4: Domain transformation in 2D</a:t>
            </a:r>
            <a:endParaRPr lang="en-IN" sz="16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262A6858-BCA6-CB6D-0F71-57E94758E35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97000" y="2255720"/>
              <a:ext cx="9398000" cy="1808279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936240">
                      <a:extLst>
                        <a:ext uri="{9D8B030D-6E8A-4147-A177-3AD203B41FA5}">
                          <a16:colId xmlns:a16="http://schemas.microsoft.com/office/drawing/2014/main" val="1147280813"/>
                        </a:ext>
                      </a:extLst>
                    </a:gridCol>
                    <a:gridCol w="6461760">
                      <a:extLst>
                        <a:ext uri="{9D8B030D-6E8A-4147-A177-3AD203B41FA5}">
                          <a16:colId xmlns:a16="http://schemas.microsoft.com/office/drawing/2014/main" val="4220393615"/>
                        </a:ext>
                      </a:extLst>
                    </a:gridCol>
                  </a:tblGrid>
                  <a:tr h="4378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2D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4945088"/>
                      </a:ext>
                    </a:extLst>
                  </a:tr>
                  <a:tr h="137045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1−</m:t>
                                    </m:r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𝜉</m:t>
                                    </m:r>
                                  </m:num>
                                  <m:den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IN" sz="1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(1+</m:t>
                                    </m:r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𝜉</m:t>
                                    </m:r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  <a:p>
                          <a:pPr algn="ctr"/>
                          <a:endParaRPr lang="en-IN" dirty="0"/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80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IN" sz="1800" i="1" kern="12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i="1" kern="12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sz="1800" i="1" kern="12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IN" sz="18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IN" sz="18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IN" sz="18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IN" sz="18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  <a:sym typeface="Wingdings" panose="05000000000000000000" pitchFamily="2" charset="2"/>
                            </a:rPr>
                            <a:t> </a:t>
                          </a:r>
                          <a14:m>
                            <m:oMath xmlns:m="http://schemas.openxmlformats.org/officeDocument/2006/math">
                              <m:r>
                                <a:rPr lang="en-I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[−1,1]</m:t>
                              </m:r>
                            </m:oMath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1−</m:t>
                                    </m:r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𝜉</m:t>
                                    </m:r>
                                  </m:num>
                                  <m:den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IN" sz="1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(1+</m:t>
                                    </m:r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𝜉</m:t>
                                    </m:r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IN" sz="1800" b="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         ,    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1−</m:t>
                                    </m:r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𝜉</m:t>
                                    </m:r>
                                  </m:num>
                                  <m:den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IN" sz="1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(1+</m:t>
                                    </m:r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𝜉</m:t>
                                    </m:r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n-IN" sz="18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80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IN" sz="1800" i="1" kern="12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i="1" kern="12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IN" sz="1800" i="1" kern="12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IN" sz="18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IN" sz="18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800" i="1" kern="12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8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IN" sz="1800" i="1" kern="12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i="1" kern="12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IN" sz="1800" i="1" kern="12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IN" sz="18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lang="en-IN" sz="18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1800" i="1" kern="12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IN" sz="18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  <a:sym typeface="Wingdings" panose="05000000000000000000" pitchFamily="2" charset="2"/>
                            </a:rPr>
                            <a:t> </a:t>
                          </a:r>
                          <a:r>
                            <a:rPr lang="en-IN" sz="18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I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[−1,1]</m:t>
                              </m:r>
                            </m:oMath>
                          </a14:m>
                          <a:r>
                            <a:rPr lang="en-IN" sz="18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X  </a:t>
                          </a:r>
                          <a14:m>
                            <m:oMath xmlns:m="http://schemas.openxmlformats.org/officeDocument/2006/math">
                              <m:r>
                                <a:rPr lang="en-IN" sz="1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[−1,1]</m:t>
                              </m:r>
                            </m:oMath>
                          </a14:m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809322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262A6858-BCA6-CB6D-0F71-57E94758E3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84454"/>
                  </p:ext>
                </p:extLst>
              </p:nvPr>
            </p:nvGraphicFramePr>
            <p:xfrm>
              <a:off x="1397000" y="2255720"/>
              <a:ext cx="9398000" cy="1808279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936240">
                      <a:extLst>
                        <a:ext uri="{9D8B030D-6E8A-4147-A177-3AD203B41FA5}">
                          <a16:colId xmlns:a16="http://schemas.microsoft.com/office/drawing/2014/main" val="1147280813"/>
                        </a:ext>
                      </a:extLst>
                    </a:gridCol>
                    <a:gridCol w="6461760">
                      <a:extLst>
                        <a:ext uri="{9D8B030D-6E8A-4147-A177-3AD203B41FA5}">
                          <a16:colId xmlns:a16="http://schemas.microsoft.com/office/drawing/2014/main" val="4220393615"/>
                        </a:ext>
                      </a:extLst>
                    </a:gridCol>
                  </a:tblGrid>
                  <a:tr h="4378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1D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2D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4945088"/>
                      </a:ext>
                    </a:extLst>
                  </a:tr>
                  <a:tr h="13704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7" t="-32889" r="-220539" b="-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5566" t="-32889" r="-283" b="-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09322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FB637D7-19B3-C695-CC98-B36E0C6FC24E}"/>
              </a:ext>
            </a:extLst>
          </p:cNvPr>
          <p:cNvSpPr txBox="1"/>
          <p:nvPr/>
        </p:nvSpPr>
        <p:spPr>
          <a:xfrm>
            <a:off x="1210568" y="1822017"/>
            <a:ext cx="9916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The domain is transformed before integration to have common integration procedure</a:t>
            </a:r>
          </a:p>
        </p:txBody>
      </p:sp>
    </p:spTree>
    <p:extLst>
      <p:ext uri="{BB962C8B-B14F-4D97-AF65-F5344CB8AC3E}">
        <p14:creationId xmlns:p14="http://schemas.microsoft.com/office/powerpoint/2010/main" val="2817846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60261B1-E407-6DA9-153B-DE271E991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6838" y="529645"/>
            <a:ext cx="5140961" cy="36348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A7075-AC56-98B4-EB79-371E9366F3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94425"/>
            <a:ext cx="2743200" cy="365125"/>
          </a:xfrm>
        </p:spPr>
        <p:txBody>
          <a:bodyPr/>
          <a:lstStyle/>
          <a:p>
            <a:fld id="{72EDB8B8-221F-490E-9ADF-FBB37E9E403A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535FD-243D-D9FA-E082-A8A274741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MTP IIT GUWAHATI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0B34C-3B8E-B734-9A31-9D89560C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D3EE4-E991-41ED-A675-29E3E6B55DF1}" type="slidenum">
              <a:rPr lang="en-US" smtClean="0"/>
              <a:t>42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FACDBB-6B23-7F12-83D3-2A4ACB9F4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9452" y="4567238"/>
            <a:ext cx="6154348" cy="16718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DEB79C-4BA5-7784-2A58-070F89410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28967" cy="999279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Connectivity Matrix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3544D13-7D4D-AF26-4597-F3E2B36C50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849" t="59762" r="34736" b="15906"/>
          <a:stretch>
            <a:fillRect/>
          </a:stretch>
        </p:blipFill>
        <p:spPr>
          <a:xfrm>
            <a:off x="3020488" y="1246102"/>
            <a:ext cx="1772239" cy="166870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C106CE5-D673-FE71-21D2-2271908B3D5E}"/>
              </a:ext>
            </a:extLst>
          </p:cNvPr>
          <p:cNvGraphicFramePr>
            <a:graphicFrameLocks noGrp="1"/>
          </p:cNvGraphicFramePr>
          <p:nvPr/>
        </p:nvGraphicFramePr>
        <p:xfrm>
          <a:off x="1608842" y="3410937"/>
          <a:ext cx="4556286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06254">
                  <a:extLst>
                    <a:ext uri="{9D8B030D-6E8A-4147-A177-3AD203B41FA5}">
                      <a16:colId xmlns:a16="http://schemas.microsoft.com/office/drawing/2014/main" val="3488533506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3279356036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3767022170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975116097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1259572939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572592770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2854620831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1265816865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20507206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+mj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+mj-lt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+mj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+mj-lt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+mj-lt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+mj-lt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+mj-lt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+mj-lt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+mj-lt"/>
                        </a:rPr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2707828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32D5D9-CF2E-F7D4-EC43-6968A4CF008F}"/>
              </a:ext>
            </a:extLst>
          </p:cNvPr>
          <p:cNvCxnSpPr>
            <a:cxnSpLocks/>
          </p:cNvCxnSpPr>
          <p:nvPr/>
        </p:nvCxnSpPr>
        <p:spPr>
          <a:xfrm>
            <a:off x="3076713" y="3328361"/>
            <a:ext cx="1781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8A29A37-8005-4F0F-B5FD-F8050854F607}"/>
              </a:ext>
            </a:extLst>
          </p:cNvPr>
          <p:cNvSpPr txBox="1"/>
          <p:nvPr/>
        </p:nvSpPr>
        <p:spPr>
          <a:xfrm>
            <a:off x="3076714" y="2959029"/>
            <a:ext cx="153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j = local node no. 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B4F665C8-FDB4-76BE-B807-8BCCABA072C4}"/>
              </a:ext>
            </a:extLst>
          </p:cNvPr>
          <p:cNvSpPr/>
          <p:nvPr/>
        </p:nvSpPr>
        <p:spPr>
          <a:xfrm rot="5400000">
            <a:off x="3683323" y="2197053"/>
            <a:ext cx="370839" cy="4487158"/>
          </a:xfrm>
          <a:prstGeom prst="rightBrace">
            <a:avLst>
              <a:gd name="adj1" fmla="val 8333"/>
              <a:gd name="adj2" fmla="val 5065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4F011C-5E30-8C1C-4700-1251D1692811}"/>
              </a:ext>
            </a:extLst>
          </p:cNvPr>
          <p:cNvSpPr txBox="1"/>
          <p:nvPr/>
        </p:nvSpPr>
        <p:spPr>
          <a:xfrm>
            <a:off x="2981242" y="4614311"/>
            <a:ext cx="1811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Global Node numbers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11DC5F9-EA65-EADE-DE9F-7CCE08412279}"/>
              </a:ext>
            </a:extLst>
          </p:cNvPr>
          <p:cNvGraphicFramePr>
            <a:graphicFrameLocks noGrp="1"/>
          </p:cNvGraphicFramePr>
          <p:nvPr/>
        </p:nvGraphicFramePr>
        <p:xfrm>
          <a:off x="1608842" y="3850739"/>
          <a:ext cx="4519803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38564">
                  <a:extLst>
                    <a:ext uri="{9D8B030D-6E8A-4147-A177-3AD203B41FA5}">
                      <a16:colId xmlns:a16="http://schemas.microsoft.com/office/drawing/2014/main" val="3488533506"/>
                    </a:ext>
                  </a:extLst>
                </a:gridCol>
                <a:gridCol w="538094">
                  <a:extLst>
                    <a:ext uri="{9D8B030D-6E8A-4147-A177-3AD203B41FA5}">
                      <a16:colId xmlns:a16="http://schemas.microsoft.com/office/drawing/2014/main" val="3279356036"/>
                    </a:ext>
                  </a:extLst>
                </a:gridCol>
                <a:gridCol w="463873">
                  <a:extLst>
                    <a:ext uri="{9D8B030D-6E8A-4147-A177-3AD203B41FA5}">
                      <a16:colId xmlns:a16="http://schemas.microsoft.com/office/drawing/2014/main" val="3767022170"/>
                    </a:ext>
                  </a:extLst>
                </a:gridCol>
                <a:gridCol w="519538">
                  <a:extLst>
                    <a:ext uri="{9D8B030D-6E8A-4147-A177-3AD203B41FA5}">
                      <a16:colId xmlns:a16="http://schemas.microsoft.com/office/drawing/2014/main" val="975116097"/>
                    </a:ext>
                  </a:extLst>
                </a:gridCol>
                <a:gridCol w="500984">
                  <a:extLst>
                    <a:ext uri="{9D8B030D-6E8A-4147-A177-3AD203B41FA5}">
                      <a16:colId xmlns:a16="http://schemas.microsoft.com/office/drawing/2014/main" val="1259572939"/>
                    </a:ext>
                  </a:extLst>
                </a:gridCol>
                <a:gridCol w="528815">
                  <a:extLst>
                    <a:ext uri="{9D8B030D-6E8A-4147-A177-3AD203B41FA5}">
                      <a16:colId xmlns:a16="http://schemas.microsoft.com/office/drawing/2014/main" val="572592770"/>
                    </a:ext>
                  </a:extLst>
                </a:gridCol>
                <a:gridCol w="436040">
                  <a:extLst>
                    <a:ext uri="{9D8B030D-6E8A-4147-A177-3AD203B41FA5}">
                      <a16:colId xmlns:a16="http://schemas.microsoft.com/office/drawing/2014/main" val="2854620831"/>
                    </a:ext>
                  </a:extLst>
                </a:gridCol>
                <a:gridCol w="491695">
                  <a:extLst>
                    <a:ext uri="{9D8B030D-6E8A-4147-A177-3AD203B41FA5}">
                      <a16:colId xmlns:a16="http://schemas.microsoft.com/office/drawing/2014/main" val="1265816865"/>
                    </a:ext>
                  </a:extLst>
                </a:gridCol>
                <a:gridCol w="502200">
                  <a:extLst>
                    <a:ext uri="{9D8B030D-6E8A-4147-A177-3AD203B41FA5}">
                      <a16:colId xmlns:a16="http://schemas.microsoft.com/office/drawing/2014/main" val="20507206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+mj-lt"/>
                        </a:rPr>
                        <a:t>1008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+mj-lt"/>
                        </a:rPr>
                        <a:t>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+mj-lt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+mj-lt"/>
                        </a:rPr>
                        <a:t>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+mj-lt"/>
                        </a:rPr>
                        <a:t>187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+mj-lt"/>
                        </a:rPr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+mj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+mj-lt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+mj-lt"/>
                        </a:rPr>
                        <a:t>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70782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2D69DA3-E4BF-F43A-54E8-73A5F0A058E9}"/>
              </a:ext>
            </a:extLst>
          </p:cNvPr>
          <p:cNvGraphicFramePr>
            <a:graphicFrameLocks noGrp="1"/>
          </p:cNvGraphicFramePr>
          <p:nvPr/>
        </p:nvGraphicFramePr>
        <p:xfrm>
          <a:off x="168324" y="3850739"/>
          <a:ext cx="1339751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39751">
                  <a:extLst>
                    <a:ext uri="{9D8B030D-6E8A-4147-A177-3AD203B41FA5}">
                      <a16:colId xmlns:a16="http://schemas.microsoft.com/office/drawing/2014/main" val="2060653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err="1">
                          <a:latin typeface="+mj-lt"/>
                        </a:rPr>
                        <a:t>i</a:t>
                      </a:r>
                      <a:r>
                        <a:rPr lang="en-IN" sz="1400" dirty="0">
                          <a:latin typeface="+mj-lt"/>
                        </a:rPr>
                        <a:t> = Element no.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343211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937782B-9B58-DBC1-B968-3F5E541F2EDA}"/>
              </a:ext>
            </a:extLst>
          </p:cNvPr>
          <p:cNvSpPr txBox="1"/>
          <p:nvPr/>
        </p:nvSpPr>
        <p:spPr>
          <a:xfrm>
            <a:off x="6948925" y="4083079"/>
            <a:ext cx="4336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i="1" dirty="0">
                <a:latin typeface="+mj-lt"/>
              </a:rPr>
              <a:t>Figure 3: Connectivity matrix and SEM Mesh  Generation</a:t>
            </a:r>
          </a:p>
        </p:txBody>
      </p:sp>
    </p:spTree>
    <p:extLst>
      <p:ext uri="{BB962C8B-B14F-4D97-AF65-F5344CB8AC3E}">
        <p14:creationId xmlns:p14="http://schemas.microsoft.com/office/powerpoint/2010/main" val="6000777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9FF822D5-FED7-BFEF-A353-84AD8B115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377" y="4224878"/>
            <a:ext cx="4403076" cy="1743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37246D-AF9F-F155-3AD8-9EB4E8E82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05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/>
                </a:solidFill>
              </a:rPr>
              <a:t>Unstructured Grid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B45CD-F49E-D42A-1D08-4F469192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E24E-4290-46C0-88DD-B879CEB2562A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95F89-044D-DF02-D15D-EA3B5C17A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68865-CBB3-2178-4706-287170AA2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43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FC7107F-6FD6-35DD-31FA-ADB957D64EE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0776" y="1526308"/>
              <a:ext cx="8092589" cy="174383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126622">
                      <a:extLst>
                        <a:ext uri="{9D8B030D-6E8A-4147-A177-3AD203B41FA5}">
                          <a16:colId xmlns:a16="http://schemas.microsoft.com/office/drawing/2014/main" val="3947693343"/>
                        </a:ext>
                      </a:extLst>
                    </a:gridCol>
                    <a:gridCol w="1933186">
                      <a:extLst>
                        <a:ext uri="{9D8B030D-6E8A-4147-A177-3AD203B41FA5}">
                          <a16:colId xmlns:a16="http://schemas.microsoft.com/office/drawing/2014/main" val="1005501240"/>
                        </a:ext>
                      </a:extLst>
                    </a:gridCol>
                    <a:gridCol w="1902150">
                      <a:extLst>
                        <a:ext uri="{9D8B030D-6E8A-4147-A177-3AD203B41FA5}">
                          <a16:colId xmlns:a16="http://schemas.microsoft.com/office/drawing/2014/main" val="1946529953"/>
                        </a:ext>
                      </a:extLst>
                    </a:gridCol>
                    <a:gridCol w="2130631">
                      <a:extLst>
                        <a:ext uri="{9D8B030D-6E8A-4147-A177-3AD203B41FA5}">
                          <a16:colId xmlns:a16="http://schemas.microsoft.com/office/drawing/2014/main" val="107544439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6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6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IN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6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6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IN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6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lit/>
                                          </m:rP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IN" sz="16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IN" sz="16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6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69102484"/>
                      </a:ext>
                    </a:extLst>
                  </a:tr>
                  <a:tr h="0">
                    <a:tc gridSpan="4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IN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6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12601"/>
                      </a:ext>
                    </a:extLst>
                  </a:tr>
                  <a:tr h="0">
                    <a:tc gridSpan="4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IN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IN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6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56162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FC7107F-6FD6-35DD-31FA-ADB957D64E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9746491"/>
                  </p:ext>
                </p:extLst>
              </p:nvPr>
            </p:nvGraphicFramePr>
            <p:xfrm>
              <a:off x="450776" y="1526308"/>
              <a:ext cx="8092589" cy="174383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126622">
                      <a:extLst>
                        <a:ext uri="{9D8B030D-6E8A-4147-A177-3AD203B41FA5}">
                          <a16:colId xmlns:a16="http://schemas.microsoft.com/office/drawing/2014/main" val="3947693343"/>
                        </a:ext>
                      </a:extLst>
                    </a:gridCol>
                    <a:gridCol w="1933186">
                      <a:extLst>
                        <a:ext uri="{9D8B030D-6E8A-4147-A177-3AD203B41FA5}">
                          <a16:colId xmlns:a16="http://schemas.microsoft.com/office/drawing/2014/main" val="1005501240"/>
                        </a:ext>
                      </a:extLst>
                    </a:gridCol>
                    <a:gridCol w="1902150">
                      <a:extLst>
                        <a:ext uri="{9D8B030D-6E8A-4147-A177-3AD203B41FA5}">
                          <a16:colId xmlns:a16="http://schemas.microsoft.com/office/drawing/2014/main" val="1946529953"/>
                        </a:ext>
                      </a:extLst>
                    </a:gridCol>
                    <a:gridCol w="2130631">
                      <a:extLst>
                        <a:ext uri="{9D8B030D-6E8A-4147-A177-3AD203B41FA5}">
                          <a16:colId xmlns:a16="http://schemas.microsoft.com/office/drawing/2014/main" val="1075444393"/>
                        </a:ext>
                      </a:extLst>
                    </a:gridCol>
                  </a:tblGrid>
                  <a:tr h="8091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87" t="-752" r="-281375" b="-1172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10063" t="-752" r="-208805" b="-1172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14103" t="-752" r="-112821" b="-1172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80000" t="-752" r="-571" b="-1172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9102484"/>
                      </a:ext>
                    </a:extLst>
                  </a:tr>
                  <a:tr h="46736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75" t="-174026" r="-150" b="-10259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12601"/>
                      </a:ext>
                    </a:extLst>
                  </a:tr>
                  <a:tr h="46736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75" t="-274026" r="-150" b="-259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56162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0B6269-1B1E-299F-DBDA-86A3078DE937}"/>
              </a:ext>
            </a:extLst>
          </p:cNvPr>
          <p:cNvSpPr/>
          <p:nvPr/>
        </p:nvSpPr>
        <p:spPr>
          <a:xfrm>
            <a:off x="2384982" y="1041402"/>
            <a:ext cx="3265566" cy="3651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+mj-lt"/>
              </a:rPr>
              <a:t>Transformation/Shape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E0E6ED-8C6A-421B-5229-901ACB259759}"/>
                  </a:ext>
                </a:extLst>
              </p:cNvPr>
              <p:cNvSpPr txBox="1"/>
              <p:nvPr/>
            </p:nvSpPr>
            <p:spPr>
              <a:xfrm>
                <a:off x="838200" y="4196011"/>
                <a:ext cx="2009775" cy="14073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 kern="1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kern="10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IN" kern="1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kern="10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kern="10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I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I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I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I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I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I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I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I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I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I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I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IN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I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E0E6ED-8C6A-421B-5229-901ACB259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96011"/>
                <a:ext cx="2009775" cy="14073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Table 34">
                <a:extLst>
                  <a:ext uri="{FF2B5EF4-FFF2-40B4-BE49-F238E27FC236}">
                    <a16:creationId xmlns:a16="http://schemas.microsoft.com/office/drawing/2014/main" id="{EF6B5AB9-D37D-9843-0F52-7DF9DF9CED5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20547" y="3945419"/>
              <a:ext cx="3921262" cy="190855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984849">
                      <a:extLst>
                        <a:ext uri="{9D8B030D-6E8A-4147-A177-3AD203B41FA5}">
                          <a16:colId xmlns:a16="http://schemas.microsoft.com/office/drawing/2014/main" val="1392127519"/>
                        </a:ext>
                      </a:extLst>
                    </a:gridCol>
                    <a:gridCol w="1936413">
                      <a:extLst>
                        <a:ext uri="{9D8B030D-6E8A-4147-A177-3AD203B41FA5}">
                          <a16:colId xmlns:a16="http://schemas.microsoft.com/office/drawing/2014/main" val="3503530542"/>
                        </a:ext>
                      </a:extLst>
                    </a:gridCol>
                  </a:tblGrid>
                  <a:tr h="69613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𝜕𝜉</m:t>
                                    </m:r>
                                  </m:num>
                                  <m:den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IN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𝐽</m:t>
                                            </m:r>
                                          </m:e>
                                          <m:sup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den>
                                </m:f>
                                <m:f>
                                  <m:f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𝜕𝜂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𝜕𝜉</m:t>
                                    </m:r>
                                  </m:num>
                                  <m:den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−</m:t>
                                </m:r>
                                <m:f>
                                  <m:f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IN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𝐽</m:t>
                                            </m:r>
                                          </m:e>
                                          <m:sup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den>
                                </m:f>
                                <m:f>
                                  <m:f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𝜕𝜂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91189677"/>
                      </a:ext>
                    </a:extLst>
                  </a:tr>
                  <a:tr h="69613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𝜕𝜂</m:t>
                                    </m:r>
                                  </m:num>
                                  <m:den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−</m:t>
                                </m:r>
                                <m:f>
                                  <m:f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IN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𝐽</m:t>
                                            </m:r>
                                          </m:e>
                                          <m:sup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den>
                                </m:f>
                                <m:f>
                                  <m:f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𝜕𝜉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𝜕𝜂</m:t>
                                    </m:r>
                                  </m:num>
                                  <m:den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IN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𝐽</m:t>
                                            </m:r>
                                          </m:e>
                                          <m:sup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den>
                                </m:f>
                                <m:f>
                                  <m:f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𝜕𝜉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900944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Table 34">
                <a:extLst>
                  <a:ext uri="{FF2B5EF4-FFF2-40B4-BE49-F238E27FC236}">
                    <a16:creationId xmlns:a16="http://schemas.microsoft.com/office/drawing/2014/main" id="{EF6B5AB9-D37D-9843-0F52-7DF9DF9CED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4749703"/>
                  </p:ext>
                </p:extLst>
              </p:nvPr>
            </p:nvGraphicFramePr>
            <p:xfrm>
              <a:off x="3020547" y="3945419"/>
              <a:ext cx="3921262" cy="190855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984849">
                      <a:extLst>
                        <a:ext uri="{9D8B030D-6E8A-4147-A177-3AD203B41FA5}">
                          <a16:colId xmlns:a16="http://schemas.microsoft.com/office/drawing/2014/main" val="1392127519"/>
                        </a:ext>
                      </a:extLst>
                    </a:gridCol>
                    <a:gridCol w="1936413">
                      <a:extLst>
                        <a:ext uri="{9D8B030D-6E8A-4147-A177-3AD203B41FA5}">
                          <a16:colId xmlns:a16="http://schemas.microsoft.com/office/drawing/2014/main" val="3503530542"/>
                        </a:ext>
                      </a:extLst>
                    </a:gridCol>
                  </a:tblGrid>
                  <a:tr h="9542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l="-307" t="-637" r="-98160" b="-101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l="-102830" t="-637" r="-629" b="-1012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189677"/>
                      </a:ext>
                    </a:extLst>
                  </a:tr>
                  <a:tr h="9542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l="-307" t="-100637" r="-98160" b="-1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l="-102830" t="-100637" r="-629" b="-12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00944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Table 35">
                <a:extLst>
                  <a:ext uri="{FF2B5EF4-FFF2-40B4-BE49-F238E27FC236}">
                    <a16:creationId xmlns:a16="http://schemas.microsoft.com/office/drawing/2014/main" id="{0A86E862-7C56-DB0F-E20B-6B274F5BD9F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754035" y="1683923"/>
              <a:ext cx="2892500" cy="640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46250">
                      <a:extLst>
                        <a:ext uri="{9D8B030D-6E8A-4147-A177-3AD203B41FA5}">
                          <a16:colId xmlns:a16="http://schemas.microsoft.com/office/drawing/2014/main" val="3118616506"/>
                        </a:ext>
                      </a:extLst>
                    </a:gridCol>
                    <a:gridCol w="1446250">
                      <a:extLst>
                        <a:ext uri="{9D8B030D-6E8A-4147-A177-3AD203B41FA5}">
                          <a16:colId xmlns:a16="http://schemas.microsoft.com/office/drawing/2014/main" val="32265236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𝜉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𝜂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𝜉</m:t>
                                    </m:r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𝜂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180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𝜉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𝜉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𝜂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IN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𝜂</m:t>
                                </m:r>
                                <m:d>
                                  <m:dPr>
                                    <m:ctrlP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lang="en-IN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71907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Table 35">
                <a:extLst>
                  <a:ext uri="{FF2B5EF4-FFF2-40B4-BE49-F238E27FC236}">
                    <a16:creationId xmlns:a16="http://schemas.microsoft.com/office/drawing/2014/main" id="{0A86E862-7C56-DB0F-E20B-6B274F5BD9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2725557"/>
                  </p:ext>
                </p:extLst>
              </p:nvPr>
            </p:nvGraphicFramePr>
            <p:xfrm>
              <a:off x="8754035" y="1683923"/>
              <a:ext cx="2892500" cy="640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46250">
                      <a:extLst>
                        <a:ext uri="{9D8B030D-6E8A-4147-A177-3AD203B41FA5}">
                          <a16:colId xmlns:a16="http://schemas.microsoft.com/office/drawing/2014/main" val="3118616506"/>
                        </a:ext>
                      </a:extLst>
                    </a:gridCol>
                    <a:gridCol w="1446250">
                      <a:extLst>
                        <a:ext uri="{9D8B030D-6E8A-4147-A177-3AD203B41FA5}">
                          <a16:colId xmlns:a16="http://schemas.microsoft.com/office/drawing/2014/main" val="3226523698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40" t="-943" r="-100420" b="-8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1266" t="-943" r="-844" b="-84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71907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7" name="Arrow: Left-Right 36">
            <a:extLst>
              <a:ext uri="{FF2B5EF4-FFF2-40B4-BE49-F238E27FC236}">
                <a16:creationId xmlns:a16="http://schemas.microsoft.com/office/drawing/2014/main" id="{C79AD3B6-4102-2140-F2AA-FB25A4B022D8}"/>
              </a:ext>
            </a:extLst>
          </p:cNvPr>
          <p:cNvSpPr/>
          <p:nvPr/>
        </p:nvSpPr>
        <p:spPr>
          <a:xfrm>
            <a:off x="9982200" y="1962013"/>
            <a:ext cx="421197" cy="11026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0414994-66DF-1A07-00EC-EC4EE2C87A1B}"/>
                  </a:ext>
                </a:extLst>
              </p:cNvPr>
              <p:cNvSpPr txBox="1"/>
              <p:nvPr/>
            </p:nvSpPr>
            <p:spPr>
              <a:xfrm>
                <a:off x="9321093" y="2647951"/>
                <a:ext cx="16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𝜉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𝜂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0414994-66DF-1A07-00EC-EC4EE2C87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093" y="2647951"/>
                <a:ext cx="1600200" cy="369332"/>
              </a:xfrm>
              <a:prstGeom prst="rect">
                <a:avLst/>
              </a:prstGeom>
              <a:blipFill>
                <a:blip r:embed="rId8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388DF60-0155-0C58-04C2-C589E62A27E7}"/>
                  </a:ext>
                </a:extLst>
              </p:cNvPr>
              <p:cNvSpPr txBox="1"/>
              <p:nvPr/>
            </p:nvSpPr>
            <p:spPr>
              <a:xfrm>
                <a:off x="8903335" y="3087150"/>
                <a:ext cx="2743200" cy="665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𝜕𝜉</m:t>
                          </m:r>
                        </m:den>
                      </m:f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𝜕𝜉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den>
                      </m:f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𝜕𝜂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388DF60-0155-0C58-04C2-C589E62A2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3335" y="3087150"/>
                <a:ext cx="2743200" cy="6658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5809491-51F3-5EC4-1451-CCF72BC127CE}"/>
                  </a:ext>
                </a:extLst>
              </p:cNvPr>
              <p:cNvSpPr txBox="1"/>
              <p:nvPr/>
            </p:nvSpPr>
            <p:spPr>
              <a:xfrm>
                <a:off x="10600055" y="5083585"/>
                <a:ext cx="6477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5809491-51F3-5EC4-1451-CCF72BC12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0055" y="5083585"/>
                <a:ext cx="647700" cy="246221"/>
              </a:xfrm>
              <a:prstGeom prst="rect">
                <a:avLst/>
              </a:prstGeom>
              <a:blipFill>
                <a:blip r:embed="rId10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0E883B1-9A11-4982-A5DD-F472792A9AEC}"/>
              </a:ext>
            </a:extLst>
          </p:cNvPr>
          <p:cNvSpPr txBox="1"/>
          <p:nvPr/>
        </p:nvSpPr>
        <p:spPr>
          <a:xfrm>
            <a:off x="7245204" y="5993255"/>
            <a:ext cx="49467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+mj-lt"/>
              </a:rPr>
              <a:t>Figure 5: Unstructured Grid Element transformation</a:t>
            </a:r>
            <a:endParaRPr lang="en-IN" sz="16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20509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CE9D8-55A2-53F3-0253-DC1B29297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4100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Formation of Elemental Level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3BF8F2-B2D3-63D8-F6FD-07C6F5DBFC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0160"/>
                <a:ext cx="10515600" cy="48968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l-G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𝛺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 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𝑥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nary>
                          <m: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𝛺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l-G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𝛺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𝛺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𝑒</m:t>
                              </m:r>
                            </m:e>
                          </m:d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∀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∈[0,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IN" sz="2000" dirty="0">
                    <a:latin typeface="+mj-lt"/>
                  </a:rPr>
                  <a:t>Transformation from physical to computational domain and applying numerical integration:</a:t>
                </a:r>
              </a:p>
              <a:p>
                <a:pPr marL="0" indent="0">
                  <a:buNone/>
                </a:pPr>
                <a:endParaRPr lang="en-IN" sz="2000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nary>
                            <m:naryPr>
                              <m:limLoc m:val="subSup"/>
                              <m:ctrlP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IN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I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I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𝜉</m:t>
                                      </m:r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𝜉</m:t>
                                      </m:r>
                                    </m:den>
                                  </m:f>
                                </m:e>
                              </m:d>
                              <m:d>
                                <m:dPr>
                                  <m:ctrlPr>
                                    <a:rPr lang="en-IN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𝜉</m:t>
                                      </m:r>
                                    </m:num>
                                    <m:den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𝑑𝑥</m:t>
                                      </m:r>
                                    </m:den>
                                  </m:f>
                                </m:e>
                              </m:d>
                              <m:d>
                                <m:dPr>
                                  <m:ctrlPr>
                                    <a:rPr lang="en-IN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I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I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𝜉</m:t>
                                      </m:r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𝜉</m:t>
                                      </m:r>
                                    </m:den>
                                  </m:f>
                                </m:e>
                              </m:d>
                              <m:d>
                                <m:dPr>
                                  <m:ctrlPr>
                                    <a:rPr lang="en-IN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𝜉</m:t>
                                      </m:r>
                                    </m:num>
                                    <m:den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𝑑𝑥</m:t>
                                      </m:r>
                                    </m:den>
                                  </m:f>
                                </m:e>
                              </m:d>
                              <m:d>
                                <m:dPr>
                                  <m:ctrlPr>
                                    <a:rPr lang="en-IN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𝑑𝑥</m:t>
                                      </m:r>
                                    </m:num>
                                    <m:den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𝜉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𝜉</m:t>
                              </m:r>
                            </m:e>
                          </m:nary>
                        </m:e>
                      </m:d>
                      <m:r>
                        <a:rPr lang="en-IN" sz="16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IN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</m:d>
                        </m:sup>
                      </m:sSubSup>
                      <m:r>
                        <a:rPr lang="en-IN" sz="16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subSup"/>
                              <m:ctrlP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N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𝜉</m:t>
                              </m:r>
                              <m: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IN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IN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𝜉</m:t>
                              </m:r>
                              <m: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d>
                                <m:dPr>
                                  <m:ctrlPr>
                                    <a:rPr lang="en-IN" sz="16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𝑑𝑥</m:t>
                                      </m:r>
                                    </m:num>
                                    <m:den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I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𝜉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en-IN" sz="16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𝜉</m:t>
                              </m:r>
                            </m:e>
                          </m:nary>
                        </m:e>
                      </m:d>
                      <m:sSubSup>
                        <m:sSubSupPr>
                          <m:ctrlPr>
                            <a:rPr lang="en-IN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IN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IN" sz="16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IN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IN" sz="1400" dirty="0"/>
              </a:p>
              <a:p>
                <a:pPr marL="0" indent="0" algn="ctr">
                  <a:buNone/>
                </a:pPr>
                <a:endParaRPr lang="en-IN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3BF8F2-B2D3-63D8-F6FD-07C6F5DBFC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0160"/>
                <a:ext cx="10515600" cy="4896803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82AE1-92D8-2183-6AB3-68B9D85E1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3D71F-CA2C-4CCE-AEF4-C41E9FE081FE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3FF64-DBBE-74D8-EB39-54337C981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15E8C-43EE-4DF3-82C2-E7E61533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44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AB9761B-4238-E214-C890-AA69436DB7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94548" y="3414480"/>
              <a:ext cx="6889376" cy="1704468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6889376">
                      <a:extLst>
                        <a:ext uri="{9D8B030D-6E8A-4147-A177-3AD203B41FA5}">
                          <a16:colId xmlns:a16="http://schemas.microsoft.com/office/drawing/2014/main" val="4050343277"/>
                        </a:ext>
                      </a:extLst>
                    </a:gridCol>
                  </a:tblGrid>
                  <a:tr h="8220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IN" sz="16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f>
                                      <m:fPr>
                                        <m:ctrlPr>
                                          <a:rPr lang="en-IN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∆</m:t>
                                        </m:r>
                                        <m:sSup>
                                          <m:sSupPr>
                                            <m:ctrlPr>
                                              <a:rPr lang="en-IN" sz="16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6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IN" sz="16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IN" sz="16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  <m:r>
                                              <a:rPr lang="en-IN" sz="16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  <m:nary>
                                      <m:naryPr>
                                        <m:limLoc m:val="subSup"/>
                                        <m:ctrlPr>
                                          <a:rPr lang="en-IN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  <m:sup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ctrlPr>
                                              <a:rPr lang="en-IN" sz="16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IN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IN" sz="16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IN" sz="16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IN" sz="16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16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IN" sz="16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IN" sz="16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𝜉</m:t>
                                                </m:r>
                                                <m:r>
                                                  <a:rPr lang="en-IN" sz="16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)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IN" sz="16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  <m:r>
                                                  <a:rPr lang="en-IN" sz="16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𝜉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en-IN" sz="16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IN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IN" sz="16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IN" sz="16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IN" sz="16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16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IN" sz="16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IN" sz="16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𝜉</m:t>
                                                </m:r>
                                                <m:r>
                                                  <a:rPr lang="en-IN" sz="16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)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IN" sz="16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  <m:r>
                                                  <a:rPr lang="en-IN" sz="16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𝜉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e>
                                    </m:nary>
                                  </m:e>
                                </m:d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∆</m:t>
                                        </m:r>
                                        <m:sSup>
                                          <m:sSupPr>
                                            <m:ctrlPr>
                                              <a:rPr lang="en-IN" sz="16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6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IN" sz="16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IN" sz="16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  <m:r>
                                              <a:rPr lang="en-IN" sz="16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limLoc m:val="subSup"/>
                                        <m:ctrlPr>
                                          <a:rPr lang="en-IN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  <m:sup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IN" sz="16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6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IN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e>
                                    </m:nary>
                                  </m:e>
                                </m:d>
                                <m:sSubSup>
                                  <m:sSubSup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600" kern="100" dirty="0">
                            <a:effectLst/>
                          </a:endParaRPr>
                        </a:p>
                        <a:p>
                          <a:endParaRPr lang="en-IN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8266090"/>
                      </a:ext>
                    </a:extLst>
                  </a:tr>
                  <a:tr h="8220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IN" sz="1600" b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6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600" b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f>
                                      <m:fPr>
                                        <m:ctrlPr>
                                          <a:rPr lang="en-IN" sz="1600" b="1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600" b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IN" sz="1600" b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∆</m:t>
                                        </m:r>
                                        <m:sSup>
                                          <m:sSupPr>
                                            <m:ctrlPr>
                                              <a:rPr lang="en-IN" sz="1600" b="1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𝑒</m:t>
                                            </m:r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n-IN" sz="1600" b="1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IN" sz="1600" b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  <m:r>
                                          <a:rPr lang="en-IN" sz="1600" b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=0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IN" sz="1600" b="1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𝜉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IN" sz="1600" b="1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IN" sz="1600" b="1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IN" sz="1600" b="1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IN" sz="1600" b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𝑑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IN" sz="1600" b="1" i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IN" sz="1600" b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1600" b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IN" sz="1600" b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(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IN" sz="1600" b="1" i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IN" sz="1600" b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𝜉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1600" b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𝑘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IN" sz="1600" b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)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IN" sz="1600" b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𝑑</m:t>
                                                </m:r>
                                                <m:r>
                                                  <a:rPr lang="en-IN" sz="1600" b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𝜉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en-IN" sz="1600" b="1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IN" sz="1600" b="1" i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IN" sz="1600" b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𝑑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IN" sz="1600" b="1" i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IN" sz="1600" b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1600" b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IN" sz="1600" b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(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IN" sz="1600" b="1" i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IN" sz="1600" b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𝜉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IN" sz="1600" b="1" kern="120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𝑘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IN" sz="1600" b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)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IN" sz="1600" b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𝑑</m:t>
                                                </m:r>
                                                <m:r>
                                                  <a:rPr lang="en-IN" sz="1600" b="1" kern="1200"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𝜉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</m:nary>
                                  </m:e>
                                </m:d>
                                <m:r>
                                  <a:rPr lang="en-IN" sz="1600" b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IN" sz="16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b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N" sz="1600" b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600" b="1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600" b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𝑒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IN" sz="1600" b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6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1600" b="1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600" b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∆</m:t>
                                        </m:r>
                                        <m:sSup>
                                          <m:sSupPr>
                                            <m:ctrlPr>
                                              <a:rPr lang="en-IN" sz="1600" b="1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𝑒</m:t>
                                            </m:r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IN" sz="1600" b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en-IN" sz="1600" b="1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IN" sz="1600" b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  <m:r>
                                          <a:rPr lang="en-IN" sz="1600" b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=0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IN" sz="1600" b="1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𝜉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IN" sz="1600" b="1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IN" sz="1600" b="1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IN" sz="1600" b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(</m:t>
                                        </m:r>
                                        <m:r>
                                          <a:rPr lang="en-IN" sz="1600" b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𝜉</m:t>
                                        </m:r>
                                        <m:r>
                                          <a:rPr lang="en-IN" sz="1600" b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)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600" b="1" i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b="1" kern="1200"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IN" sz="1600" b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(</m:t>
                                        </m:r>
                                        <m:r>
                                          <a:rPr lang="en-IN" sz="1600" b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𝜉</m:t>
                                        </m:r>
                                        <m:r>
                                          <a:rPr lang="en-IN" sz="1600" b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)</m:t>
                                        </m:r>
                                      </m:e>
                                    </m:nary>
                                  </m:e>
                                </m:d>
                                <m:sSubSup>
                                  <m:sSubSupPr>
                                    <m:ctrlPr>
                                      <a:rPr lang="en-IN" sz="1600" b="1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b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IN" sz="1600" b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IN" sz="1600" b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lang="en-IN" sz="1600" b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𝑒</m:t>
                                    </m:r>
                                    <m:r>
                                      <a:rPr lang="en-IN" sz="1600" b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600" b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90654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AB9761B-4238-E214-C890-AA69436DB7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321030"/>
                  </p:ext>
                </p:extLst>
              </p:nvPr>
            </p:nvGraphicFramePr>
            <p:xfrm>
              <a:off x="1194548" y="3414480"/>
              <a:ext cx="6889376" cy="1704468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6889376">
                      <a:extLst>
                        <a:ext uri="{9D8B030D-6E8A-4147-A177-3AD203B41FA5}">
                          <a16:colId xmlns:a16="http://schemas.microsoft.com/office/drawing/2014/main" val="4050343277"/>
                        </a:ext>
                      </a:extLst>
                    </a:gridCol>
                  </a:tblGrid>
                  <a:tr h="8380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8" t="-725" r="-265" b="-10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8266090"/>
                      </a:ext>
                    </a:extLst>
                  </a:tr>
                  <a:tr h="8664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8" t="-97887" r="-265" b="-14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90654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8D80FB02-3C92-5B88-1F07-62F8ECB749A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5647284"/>
              <a:ext cx="7602072" cy="761636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3801036">
                      <a:extLst>
                        <a:ext uri="{9D8B030D-6E8A-4147-A177-3AD203B41FA5}">
                          <a16:colId xmlns:a16="http://schemas.microsoft.com/office/drawing/2014/main" val="1712829988"/>
                        </a:ext>
                      </a:extLst>
                    </a:gridCol>
                    <a:gridCol w="3801036">
                      <a:extLst>
                        <a:ext uri="{9D8B030D-6E8A-4147-A177-3AD203B41FA5}">
                          <a16:colId xmlns:a16="http://schemas.microsoft.com/office/drawing/2014/main" val="3635925754"/>
                        </a:ext>
                      </a:extLst>
                    </a:gridCol>
                  </a:tblGrid>
                  <a:tr h="7616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6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6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∆</m:t>
                                    </m:r>
                                    <m:sSup>
                                      <m:sSupPr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2/3</m:t>
                                          </m:r>
                                        </m:e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1/3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1/3</m:t>
                                          </m:r>
                                        </m:e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2/3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60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  <m: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IN" sz="1600" b="1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60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∆</m:t>
                                    </m:r>
                                    <m:sSup>
                                      <m:sSupPr>
                                        <m:ctrlPr>
                                          <a:rPr lang="en-IN" sz="16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IN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IN" sz="16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16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1/2</m:t>
                                          </m:r>
                                        </m:e>
                                        <m:e>
                                          <m: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−1/2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−1/2</m:t>
                                          </m:r>
                                        </m:e>
                                        <m:e>
                                          <m: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1/2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27569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8D80FB02-3C92-5B88-1F07-62F8ECB749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4675913"/>
                  </p:ext>
                </p:extLst>
              </p:nvPr>
            </p:nvGraphicFramePr>
            <p:xfrm>
              <a:off x="838200" y="5647284"/>
              <a:ext cx="7602072" cy="761636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3801036">
                      <a:extLst>
                        <a:ext uri="{9D8B030D-6E8A-4147-A177-3AD203B41FA5}">
                          <a16:colId xmlns:a16="http://schemas.microsoft.com/office/drawing/2014/main" val="1712829988"/>
                        </a:ext>
                      </a:extLst>
                    </a:gridCol>
                    <a:gridCol w="3801036">
                      <a:extLst>
                        <a:ext uri="{9D8B030D-6E8A-4147-A177-3AD203B41FA5}">
                          <a16:colId xmlns:a16="http://schemas.microsoft.com/office/drawing/2014/main" val="3635925754"/>
                        </a:ext>
                      </a:extLst>
                    </a:gridCol>
                  </a:tblGrid>
                  <a:tr h="7616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0" t="-794" r="-100481" b="-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160" t="-794" r="-481" b="-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7569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A10B74-1E44-4342-9BFB-24A68DC5375A}"/>
                  </a:ext>
                </a:extLst>
              </p:cNvPr>
              <p:cNvSpPr txBox="1"/>
              <p:nvPr/>
            </p:nvSpPr>
            <p:spPr>
              <a:xfrm>
                <a:off x="8610600" y="3497783"/>
                <a:ext cx="2958352" cy="2558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>
                    <a:latin typeface="+mj-lt"/>
                  </a:rPr>
                  <a:t>where</a:t>
                </a:r>
                <a:r>
                  <a:rPr lang="en-IN" dirty="0"/>
                  <a:t>,</a:t>
                </a:r>
              </a:p>
              <a:p>
                <a:pPr algn="ctr"/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IN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𝑱</m:t>
                    </m:r>
                    <m:r>
                      <a:rPr lang="en-IN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𝜉</m:t>
                    </m:r>
                    <m:r>
                      <a:rPr lang="en-IN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)|</m:t>
                    </m:r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IN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IN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𝜉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∆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r>
                  <a:rPr lang="en-IN" dirty="0"/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IN" sz="20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b="1" i="1">
                          <a:latin typeface="Cambria Math" panose="02040503050406030204" pitchFamily="18" charset="0"/>
                        </a:rPr>
                        <m:t>𝝃</m:t>
                      </m:r>
                      <m:r>
                        <a:rPr lang="en-IN" sz="2000" b="1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I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000" b="1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</m:d>
                        </m:num>
                        <m:den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sz="20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b="1" i="1">
                          <a:latin typeface="Cambria Math" panose="02040503050406030204" pitchFamily="18" charset="0"/>
                        </a:rPr>
                        <m:t>𝝃</m:t>
                      </m:r>
                      <m:r>
                        <a:rPr lang="en-IN" sz="2000" b="1" i="1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I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0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000" b="1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</m:d>
                        </m:num>
                        <m:den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000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A10B74-1E44-4342-9BFB-24A68DC53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3497783"/>
                <a:ext cx="2958352" cy="2558264"/>
              </a:xfrm>
              <a:prstGeom prst="rect">
                <a:avLst/>
              </a:prstGeom>
              <a:blipFill>
                <a:blip r:embed="rId5"/>
                <a:stretch>
                  <a:fillRect t="-14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55D96AA-8E4C-491B-BFBA-B633099CC98C}"/>
                  </a:ext>
                </a:extLst>
              </p:cNvPr>
              <p:cNvSpPr/>
              <p:nvPr/>
            </p:nvSpPr>
            <p:spPr>
              <a:xfrm>
                <a:off x="3467835" y="5118948"/>
                <a:ext cx="2726775" cy="5048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</m:d>
                        </m:sup>
                      </m:sSubSup>
                      <m:r>
                        <a:rPr lang="en-IN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55D96AA-8E4C-491B-BFBA-B633099CC9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835" y="5118948"/>
                <a:ext cx="2726775" cy="504818"/>
              </a:xfrm>
              <a:prstGeom prst="rect">
                <a:avLst/>
              </a:prstGeom>
              <a:blipFill>
                <a:blip r:embed="rId6"/>
                <a:stretch>
                  <a:fillRect b="-24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44786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B48FB-468F-783B-4237-47FEC82D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235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Discretising the Governing Equation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1B6FC-9932-CDEE-E21B-E7461E2974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29360"/>
                <a:ext cx="10515600" cy="526351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IN" sz="2000" b="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Velocity Approximation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𝑼</m:t>
                        </m:r>
                      </m:e>
                      <m:sub>
                        <m:r>
                          <a:rPr lang="en-IN" sz="20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𝑵</m:t>
                        </m:r>
                      </m:sub>
                    </m:sSub>
                    <m:r>
                      <a:rPr lang="en-IN" sz="20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chr m:val="∑"/>
                        <m:limLoc m:val="undOvr"/>
                        <m:ctrlPr>
                          <a:rPr lang="en-IN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IN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a:rPr lang="en-IN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IN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  <m:sup>
                        <m:sSub>
                          <m:sSubPr>
                            <m:ctrlPr>
                              <a:rPr lang="en-IN" sz="2000" b="1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1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IN" sz="2000" b="1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en-IN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𝜳</m:t>
                            </m:r>
                          </m:e>
                          <m:sub>
                            <m:r>
                              <a:rPr lang="en-IN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𝒋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IN" sz="20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𝑵</m:t>
                                </m:r>
                              </m:e>
                              <m:sub>
                                <m:r>
                                  <a:rPr lang="en-IN" sz="20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sub>
                            </m:sSub>
                          </m:sup>
                        </m:sSubSup>
                      </m:e>
                    </m:nary>
                    <m:sSub>
                      <m:sSubPr>
                        <m:ctrlPr>
                          <a:rPr lang="en-IN" sz="20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𝑼</m:t>
                        </m:r>
                      </m:e>
                      <m:sub>
                        <m:r>
                          <a:rPr lang="en-IN" sz="20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r>
                      <a:rPr lang="en-IN" sz="20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chr m:val="∑"/>
                        <m:limLoc m:val="undOvr"/>
                        <m:ctrlPr>
                          <a:rPr lang="en-IN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IN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a:rPr lang="en-IN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IN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  <m:sup>
                        <m:sSub>
                          <m:sSubPr>
                            <m:ctrlPr>
                              <a:rPr lang="en-IN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IN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IN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𝜳</m:t>
                            </m:r>
                          </m:e>
                          <m:sub>
                            <m:r>
                              <a:rPr lang="en-IN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𝒋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IN" sz="20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𝑼</m:t>
                        </m:r>
                      </m:e>
                      <m:sub>
                        <m:r>
                          <a:rPr lang="en-IN" sz="20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IN" sz="1800" b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IN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   , </m:t>
                    </m:r>
                    <m:sSub>
                      <m:sSubPr>
                        <m:ctrlPr>
                          <a:rPr lang="en-IN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IN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sub>
                      <m:sup>
                        <m:r>
                          <a:rPr lang="en-IN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IN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−1=8</m:t>
                    </m:r>
                  </m:oMath>
                </a14:m>
                <a:endParaRPr lang="en-IN" sz="1800" b="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Pressure approximation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1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1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b>
                        <m:r>
                          <a:rPr lang="en-IN" sz="21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𝑵</m:t>
                        </m:r>
                      </m:sub>
                    </m:sSub>
                    <m:r>
                      <a:rPr lang="en-IN" sz="21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chr m:val="∑"/>
                        <m:limLoc m:val="undOvr"/>
                        <m:ctrlPr>
                          <a:rPr lang="en-IN" sz="21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IN" sz="21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a:rPr lang="en-IN" sz="21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IN" sz="21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  <m:sup>
                        <m:sSub>
                          <m:sSubPr>
                            <m:ctrlPr>
                              <a:rPr lang="en-IN" sz="2100" b="1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100" b="1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IN" sz="2100" b="1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en-IN" sz="21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sz="21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𝜳</m:t>
                            </m:r>
                          </m:e>
                          <m:sub>
                            <m:r>
                              <a:rPr lang="en-IN" sz="21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𝒋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IN" sz="21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1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𝑵</m:t>
                                </m:r>
                              </m:e>
                              <m:sub>
                                <m:r>
                                  <a:rPr lang="en-IN" sz="21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𝒑</m:t>
                                </m:r>
                              </m:sub>
                            </m:sSub>
                          </m:sup>
                        </m:sSubSup>
                      </m:e>
                    </m:nary>
                    <m:sSub>
                      <m:sSubPr>
                        <m:ctrlPr>
                          <a:rPr lang="en-IN" sz="21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1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b>
                        <m:r>
                          <a:rPr lang="en-IN" sz="21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r>
                      <a:rPr lang="en-IN" sz="21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chr m:val="∑"/>
                        <m:limLoc m:val="undOvr"/>
                        <m:ctrlPr>
                          <a:rPr lang="en-IN" sz="21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IN" sz="21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a:rPr lang="en-IN" sz="21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IN" sz="21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  <m:sup>
                        <m:sSub>
                          <m:sSubPr>
                            <m:ctrlPr>
                              <a:rPr lang="en-IN" sz="21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1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IN" sz="2100" b="1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IN" sz="21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1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𝜳</m:t>
                            </m:r>
                          </m:e>
                          <m:sub>
                            <m:r>
                              <a:rPr lang="en-IN" sz="21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𝒋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IN" sz="21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1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b>
                        <m:r>
                          <a:rPr lang="en-IN" sz="21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IN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IN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1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1  </m:t>
                    </m:r>
                    <m:r>
                      <a:rPr lang="en-IN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a:rPr lang="en-IN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IN" sz="1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IN" sz="1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−1=3</m:t>
                    </m:r>
                  </m:oMath>
                </a14:m>
                <a:endParaRPr lang="en-IN" sz="18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sz="2200" b="1" u="sng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Step 1</a:t>
                </a:r>
                <a:r>
                  <a:rPr lang="en-IN" sz="2200" b="1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 </a:t>
                </a:r>
                <a:r>
                  <a:rPr lang="en-IN" sz="1900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Multiplying  and integrating equation 1 with test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800" b="0" i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Ψ</m:t>
                        </m:r>
                      </m:e>
                      <m:sub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800" i="1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1800" b="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=0−</m:t>
                    </m:r>
                    <m:sSub>
                      <m:sSubPr>
                        <m:ctrlPr>
                          <a:rPr lang="en-IN" sz="1800" b="0" i="1" dirty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800" b="0" i="1" dirty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800" b="0" i="1" dirty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800" i="1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IN" sz="1900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corresponding to velocity</a:t>
                </a:r>
              </a:p>
              <a:p>
                <a:pPr marL="0" indent="0">
                  <a:buNone/>
                </a:pPr>
                <a:endParaRPr lang="en-IN" sz="18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IN" sz="16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IN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IN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    </m:t>
                              </m:r>
                              <m:f>
                                <m:fPr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∆</m:t>
                                  </m:r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supHide m:val="on"/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sub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𝛹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sSub>
                                            <m:sSub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N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𝑣</m:t>
                                              </m:r>
                                            </m:sub>
                                          </m:sSub>
                                        </m:sup>
                                      </m:sSubSup>
                                      <m:sSubSup>
                                        <m:sSubSupPr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𝛹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sSub>
                                            <m:sSub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N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𝑣</m:t>
                                              </m:r>
                                            </m:sub>
                                          </m:sSub>
                                        </m:sup>
                                      </m:sSubSup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d>
                                <m:dPr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bSup>
                                    </m:e>
                                  </m:d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supHide m:val="on"/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sub>
                                        <m:sup/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6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N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𝑣</m:t>
                                                  </m:r>
                                                </m:sub>
                                              </m:sSub>
                                            </m:sup>
                                          </m:sSubSup>
                                          <m:f>
                                            <m:f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𝜕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IN" sz="16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6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IN" sz="1600" i="1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sz="160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Calibri" panose="020F0502020204030204" pitchFamily="34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N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Calibri" panose="020F0502020204030204" pitchFamily="34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𝑣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</m:sSubSup>
                                            </m:num>
                                            <m:den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𝜕</m:t>
                                              </m:r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den>
                                          </m:f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𝛺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nary>
                                    </m:e>
                                  </m:d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 </m:t>
                                  </m:r>
                                  <m:d>
                                    <m:dPr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bSup>
                                    </m:e>
                                  </m:d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supHide m:val="on"/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sub>
                                        <m:sup/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6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N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𝑣</m:t>
                                                  </m:r>
                                                </m:sub>
                                              </m:sSub>
                                            </m:sup>
                                          </m:sSubSup>
                                          <m:f>
                                            <m:f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𝜕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IN" sz="16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6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IN" sz="1600" i="1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sz="160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Calibri" panose="020F0502020204030204" pitchFamily="34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N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Calibri" panose="020F0502020204030204" pitchFamily="34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𝑣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</m:sSubSup>
                                            </m:num>
                                            <m:den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𝜕</m:t>
                                              </m:r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den>
                                          </m:f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𝛺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</m:d>
                              <m:d>
                                <m:dPr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 </m:t>
                              </m:r>
                              <m:f>
                                <m:fPr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bSup>
                                    </m:e>
                                  </m:d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supHide m:val="on"/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sub>
                                        <m:sup/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6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N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𝑣</m:t>
                                                  </m:r>
                                                </m:sub>
                                              </m:sSub>
                                            </m:sup>
                                          </m:sSubSup>
                                          <m:f>
                                            <m:f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𝜕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IN" sz="16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6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IN" sz="1600" i="1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sz="160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Calibri" panose="020F0502020204030204" pitchFamily="34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N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Calibri" panose="020F0502020204030204" pitchFamily="34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𝑣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</m:sSubSup>
                                            </m:num>
                                            <m:den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𝜕</m:t>
                                              </m:r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den>
                                          </m:f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𝛺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nary>
                                    </m:e>
                                  </m:d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 </m:t>
                                  </m:r>
                                  <m:d>
                                    <m:dPr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bSup>
                                    </m:e>
                                  </m:d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supHide m:val="on"/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sSub>
                                            <m:sSub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sub>
                                        <m:sup/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IN" sz="16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6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N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𝑣</m:t>
                                                  </m:r>
                                                </m:sub>
                                              </m:sSub>
                                            </m:sup>
                                          </m:sSubSup>
                                          <m:f>
                                            <m:f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𝜕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IN" sz="16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6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IN" sz="1600" i="1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sz="160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Calibri" panose="020F0502020204030204" pitchFamily="34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N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Calibri" panose="020F0502020204030204" pitchFamily="34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𝑣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</m:sSubSup>
                                            </m:num>
                                            <m:den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𝜕</m:t>
                                              </m:r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den>
                                          </m:f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𝛺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</m:d>
                              <m:d>
                                <m:dPr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  </m:t>
                              </m:r>
                            </m:e>
                          </m:d>
                        </m:e>
                      </m:nary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𝑅𝑒</m:t>
                                  </m:r>
                                </m:den>
                              </m:f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supHide m:val="on"/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sub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6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∇</m:t>
                                          </m:r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𝛹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sSub>
                                            <m:sSub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N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𝑣</m:t>
                                              </m:r>
                                            </m:sub>
                                          </m:sSub>
                                        </m:sup>
                                      </m:sSubSup>
                                    </m:e>
                                  </m:nary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.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∇</m:t>
                                  </m:r>
                                  <m:sSubSup>
                                    <m:sSubSupPr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Ψ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j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6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𝑣</m:t>
                                          </m:r>
                                        </m:sub>
                                      </m:sSub>
                                    </m:sup>
                                  </m:sSubSup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𝑁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 </m:t>
                              </m:r>
                              <m:f>
                                <m:fPr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𝑅𝑒</m:t>
                                  </m:r>
                                </m:den>
                              </m:f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supHide m:val="on"/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6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sub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6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∇Ψ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sSub>
                                            <m:sSubPr>
                                              <m:ctrlPr>
                                                <a:rPr lang="en-IN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N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𝑣</m:t>
                                              </m:r>
                                            </m:sub>
                                          </m:sSub>
                                        </m:sup>
                                      </m:sSubSup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.</m:t>
                                      </m:r>
                                    </m:e>
                                  </m:nary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∇</m:t>
                                  </m:r>
                                  <m:sSubSup>
                                    <m:sSubSupPr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Ψ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j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6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N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600" b="0" i="0" smtClean="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v</m:t>
                                          </m:r>
                                        </m:sub>
                                      </m:sSub>
                                    </m:sup>
                                  </m:sSubSup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IN" sz="16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IN" sz="16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𝑁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IN" sz="16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6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8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𝒊𝒋</m:t>
                          </m:r>
                        </m:sub>
                        <m:sup>
                          <m:r>
                            <a:rPr lang="en-US" sz="18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𝒆</m:t>
                          </m:r>
                          <m:r>
                            <a:rPr lang="en-US" sz="1800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IN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  <m:sup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num>
                        <m:den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𝑹𝒆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𝒊𝒋</m:t>
                              </m:r>
                            </m:sub>
                            <m:sup>
                              <m:r>
                                <a:rPr lang="en-US" sz="1800" b="1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sz="18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en-IN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</m:sub>
                        <m:sup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𝒊𝒋</m:t>
                              </m:r>
                            </m:sub>
                            <m:sup>
                              <m:r>
                                <a:rPr lang="en-US" sz="1800" b="1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sz="18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num>
                            <m:den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𝑹𝒆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US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𝒊𝒋</m:t>
                                  </m:r>
                                </m:sub>
                                <m:sup>
                                  <m:r>
                                    <a:rPr lang="en-US" sz="1800" b="1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𝒆</m:t>
                                  </m:r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N" sz="18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𝑵</m:t>
                                      </m:r>
                                    </m:e>
                                    <m:sub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num>
                            <m:den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𝒊𝒋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IN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𝒆</m:t>
                                  </m:r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N" sz="18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𝑵</m:t>
                                      </m:r>
                                    </m:e>
                                    <m:sub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IN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𝒏</m:t>
                                      </m:r>
                                    </m:e>
                                  </m:d>
                                </m:sup>
                              </m:sSup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en-IN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</m:sub>
                        <m:sup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</m:sSubSup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 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num>
                            <m:den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𝒊𝒋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IN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𝒆</m:t>
                                  </m:r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N" sz="18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𝑵</m:t>
                                      </m:r>
                                    </m:e>
                                    <m:sub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𝒏</m:t>
                                  </m:r>
                                  <m:r>
                                    <a:rPr lang="en-US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  <m:r>
                                    <a:rPr lang="en-US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en-IN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</m:sub>
                        <m:sup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IN" sz="1800" b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8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𝒊𝒋</m:t>
                          </m:r>
                        </m:sub>
                        <m:sup>
                          <m:r>
                            <a:rPr lang="en-US" sz="1800" b="1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𝒆</m:t>
                          </m:r>
                          <m:r>
                            <a:rPr lang="en-US" sz="1800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IN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  <m:sup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num>
                        <m:den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𝑹𝒆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𝒊𝒋</m:t>
                              </m:r>
                            </m:sub>
                            <m:sup>
                              <m:r>
                                <a:rPr lang="en-US" sz="1800" b="1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sz="18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en-IN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</m:sub>
                        <m:sup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𝒊𝒋</m:t>
                              </m:r>
                            </m:sub>
                            <m:sup>
                              <m:r>
                                <a:rPr lang="en-US" sz="1800" b="1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sz="18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num>
                            <m:den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𝑹𝒆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US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𝒊𝒋</m:t>
                                  </m:r>
                                </m:sub>
                                <m:sup>
                                  <m:r>
                                    <a:rPr lang="en-US" sz="1800" b="1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𝒆</m:t>
                                  </m:r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N" sz="18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𝑵</m:t>
                                      </m:r>
                                    </m:e>
                                    <m:sub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num>
                            <m:den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𝒊𝒋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IN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𝒆</m:t>
                                  </m:r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N" sz="18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𝑵</m:t>
                                      </m:r>
                                    </m:e>
                                    <m:sub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IN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𝒏</m:t>
                                      </m:r>
                                    </m:e>
                                  </m:d>
                                </m:sup>
                              </m:sSup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en-IN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</m:sub>
                        <m:sup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</m:sSubSup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 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num>
                            <m:den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IN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𝒊𝒋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IN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𝒆</m:t>
                                  </m:r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N" sz="18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𝑵</m:t>
                                      </m:r>
                                    </m:e>
                                    <m:sub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sz="1800" b="1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𝒏</m:t>
                                  </m:r>
                                  <m:r>
                                    <a:rPr lang="en-US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  <m:r>
                                    <a:rPr lang="en-US" sz="18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en-IN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</m:sub>
                        <m:sup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IN" sz="1800" b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1B6FC-9932-CDEE-E21B-E7461E2974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29360"/>
                <a:ext cx="10515600" cy="5263515"/>
              </a:xfrm>
              <a:blipFill>
                <a:blip r:embed="rId2"/>
                <a:stretch>
                  <a:fillRect l="-522" t="-82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AB465-E6FB-E0EE-8236-B63BE57AC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35C1-8448-4FCE-BD5C-0072D760066A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8BD08-2AAA-E665-DD9C-B0A3E972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25B94-6EEC-9DE7-ADB8-E4291AFD6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45</a:t>
            </a:fld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05190C-C55E-97B0-988A-9CA60CFFE129}"/>
              </a:ext>
            </a:extLst>
          </p:cNvPr>
          <p:cNvSpPr/>
          <p:nvPr/>
        </p:nvSpPr>
        <p:spPr>
          <a:xfrm>
            <a:off x="8610600" y="4260916"/>
            <a:ext cx="2645004" cy="5373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+mj-lt"/>
              </a:rPr>
              <a:t>Intermediate velocities</a:t>
            </a:r>
          </a:p>
        </p:txBody>
      </p:sp>
    </p:spTree>
    <p:extLst>
      <p:ext uri="{BB962C8B-B14F-4D97-AF65-F5344CB8AC3E}">
        <p14:creationId xmlns:p14="http://schemas.microsoft.com/office/powerpoint/2010/main" val="3270520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0F09FC-A7E0-D421-5BDA-8E3CE669A0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81050"/>
                <a:ext cx="10645588" cy="5395913"/>
              </a:xfrm>
            </p:spPr>
            <p:txBody>
              <a:bodyPr>
                <a:normAutofit fontScale="92500"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sz="2200" b="1" u="sng" dirty="0">
                    <a:latin typeface="+mj-lt"/>
                  </a:rPr>
                  <a:t>Step 2</a:t>
                </a:r>
                <a:r>
                  <a:rPr lang="en-IN" sz="2200" dirty="0">
                    <a:latin typeface="+mj-lt"/>
                  </a:rPr>
                  <a:t>: </a:t>
                </a:r>
                <a:r>
                  <a:rPr lang="en-IN" sz="1900" i="1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Multiplying and integrating  equation 2 with test function</a:t>
                </a:r>
                <a:r>
                  <a:rPr lang="en-IN" sz="2200" i="1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000" b="0" i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Ψ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i="1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000" b="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IN" sz="2000" b="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=0−</m:t>
                    </m:r>
                    <m:sSub>
                      <m:sSubPr>
                        <m:ctrlPr>
                          <a:rPr lang="en-IN" sz="2000" b="0" i="1" dirty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000" b="0" i="1" dirty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000" i="1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IN" sz="1900" i="1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corresponding to pressure</a:t>
                </a:r>
              </a:p>
              <a:p>
                <a:pPr marL="0" indent="0">
                  <a:buNone/>
                </a:pPr>
                <a:endParaRPr lang="en-IN" sz="18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supHide m:val="on"/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8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8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∇Ψ</m:t>
                                      </m:r>
                                    </m:e>
                                    <m:sub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</m:sup>
                                  </m:sSubSup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.</m:t>
                                  </m:r>
                                </m:e>
                              </m:nary>
                              <m:sSubSup>
                                <m:sSubSup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8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∇Ψ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  <m:r>
                        <a:rPr lang="en-IN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  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8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Ψ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sSub>
                                            <m:sSubPr>
                                              <m:ctrlPr>
                                                <a:rPr lang="en-I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𝑝</m:t>
                                              </m:r>
                                            </m:sub>
                                          </m:sSub>
                                        </m:sup>
                                      </m:sSubSup>
                                      <m:f>
                                        <m:fPr>
                                          <m:ctrlP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I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8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IN" sz="18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𝑁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𝑣</m:t>
                                                  </m:r>
                                                </m:sub>
                                              </m:sSub>
                                            </m:sup>
                                          </m:sSubSup>
                                        </m:num>
                                        <m:den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den>
                                      </m:f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8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 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8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Ψ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sSub>
                                            <m:sSubPr>
                                              <m:ctrlPr>
                                                <a:rPr lang="en-I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𝑝</m:t>
                                              </m:r>
                                            </m:sub>
                                          </m:sSub>
                                        </m:sup>
                                      </m:sSubSup>
                                      <m:f>
                                        <m:fPr>
                                          <m:ctrlP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I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8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IN" sz="18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𝑁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libri" panose="020F0502020204030204" pitchFamily="34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𝑣</m:t>
                                                  </m:r>
                                                </m:sub>
                                              </m:sSub>
                                            </m:sup>
                                          </m:sSubSup>
                                        </m:num>
                                        <m:den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den>
                                      </m:f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8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IN" sz="1800" i="1"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IN" sz="2000" i="1" dirty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b="1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𝒊𝒋</m:t>
                          </m:r>
                        </m:sub>
                        <m:sup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p>
                          </m:sSubSup>
                        </m:e>
                      </m:d>
                      <m:r>
                        <a:rPr lang="en-IN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IN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den>
                      </m:f>
                      <m:r>
                        <a:rPr lang="en-IN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𝒊𝒋</m:t>
                              </m:r>
                            </m:sub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sz="1800" b="1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sz="1800" b="1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d>
                            <m:d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sz="1800" b="1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  <m:sup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sSubSup>
                            <m:sSubSup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𝒊𝒋</m:t>
                              </m:r>
                            </m:sub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𝒆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sz="1800" b="1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sz="1800" b="1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  <m:d>
                            <m:d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sz="1800" b="1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  <m:sup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endParaRPr lang="en-IN" sz="2000" i="1" dirty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i="1" dirty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sz="2200" b="1" u="sng" dirty="0">
                    <a:latin typeface="+mj-lt"/>
                  </a:rPr>
                  <a:t>Step 3</a:t>
                </a:r>
                <a:r>
                  <a:rPr lang="en-IN" sz="2200" dirty="0">
                    <a:latin typeface="+mj-lt"/>
                  </a:rPr>
                  <a:t>: </a:t>
                </a:r>
                <a:r>
                  <a:rPr lang="en-IN" sz="1900" i="1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Multiplying and integrating  equation 3 with test function</a:t>
                </a:r>
                <a:r>
                  <a:rPr lang="en-IN" sz="2000" i="1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000" b="0" i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Ψ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i="1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000" b="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IN" sz="2000" b="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=0−</m:t>
                    </m:r>
                    <m:sSub>
                      <m:sSubPr>
                        <m:ctrlPr>
                          <a:rPr lang="en-IN" sz="2000" b="0" i="1" dirty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000" b="0" i="1" dirty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i="1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IN" sz="1900" i="1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corresponding to velocity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IN" sz="1800" i="1" kern="100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800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IN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supHide m:val="on"/>
                              <m:ctrlP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IN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IN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Ψ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I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sup>
                              </m:sSubSup>
                              <m:sSubSup>
                                <m:sSubSupPr>
                                  <m:ctrlPr>
                                    <a:rPr lang="en-IN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Ψ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I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IN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d>
                        <m:dPr>
                          <m:ctrlPr>
                            <a:rPr lang="en-IN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p>
                          </m:sSub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 </m:t>
                          </m:r>
                          <m:sSubSup>
                            <m:sSubSupPr>
                              <m:ctrlP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supHide m:val="on"/>
                                  <m:ctrlPr>
                                    <a:rPr lang="en-IN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I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I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Ψ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I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𝑣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nary>
                              <m:f>
                                <m:fPr>
                                  <m:ctrlPr>
                                    <a:rPr lang="en-IN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en-I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Ψ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I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𝑣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num>
                                <m:den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IN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supHide m:val="on"/>
                                  <m:ctrlPr>
                                    <a:rPr lang="en-IN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I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I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Ψ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I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𝑣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nary>
                              <m:f>
                                <m:fPr>
                                  <m:ctrlPr>
                                    <a:rPr lang="en-IN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en-I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Ψ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I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IN" sz="1800" b="0" i="1" kern="100" smtClean="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num>
                                <m:den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IN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d>
                        <m:dPr>
                          <m:ctrlPr>
                            <a:rPr lang="en-IN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p>
                          </m:sSub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b="1" i="1" dirty="0"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800" b="1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𝒊𝒋</m:t>
                          </m:r>
                        </m:sub>
                        <m: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𝒆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p>
                          </m:sSubSup>
                        </m:e>
                      </m:d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𝒊𝒋</m:t>
                          </m:r>
                        </m:sub>
                        <m: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𝒆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−∆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𝒕</m:t>
                      </m:r>
                      <m:sSubSup>
                        <m:sSubSup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𝒊𝒋</m:t>
                          </m:r>
                        </m:sub>
                        <m: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𝒆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𝒙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p>
                          </m:sSub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000" b="1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800" b="1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𝒊𝒋</m:t>
                          </m:r>
                        </m:sub>
                        <m: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𝒆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p>
                          </m:sSubSup>
                        </m:e>
                      </m:d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𝒊𝒋</m:t>
                          </m:r>
                        </m:sub>
                        <m: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𝒆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−∆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𝒕</m:t>
                      </m:r>
                      <m:sSubSup>
                        <m:sSubSup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𝒊𝒋</m:t>
                          </m:r>
                        </m:sub>
                        <m: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𝒆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𝒚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IN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  <m:sup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p>
                          </m:sSub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0F09FC-A7E0-D421-5BDA-8E3CE669A0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81050"/>
                <a:ext cx="10645588" cy="5395913"/>
              </a:xfrm>
              <a:blipFill>
                <a:blip r:embed="rId3"/>
                <a:stretch>
                  <a:fillRect l="-515" t="-11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D6483-F536-64CE-4E23-F37187603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051CC-3251-41C8-AABC-8FF5E8809827}" type="datetime1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C3940-04F8-244A-157F-1D1B63BA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495E9-691D-7F8F-FF45-8F30EE5E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46</a:t>
            </a:fld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94F210-3418-844C-42E0-2C384D4CD1ED}"/>
              </a:ext>
            </a:extLst>
          </p:cNvPr>
          <p:cNvSpPr/>
          <p:nvPr/>
        </p:nvSpPr>
        <p:spPr>
          <a:xfrm>
            <a:off x="8902831" y="2507530"/>
            <a:ext cx="2821757" cy="6669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+mj-lt"/>
              </a:rPr>
              <a:t>Pressure Poisson’s equation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766238C-3F55-25E2-D592-86ABA36526E4}"/>
              </a:ext>
            </a:extLst>
          </p:cNvPr>
          <p:cNvSpPr/>
          <p:nvPr/>
        </p:nvSpPr>
        <p:spPr>
          <a:xfrm>
            <a:off x="8902831" y="5279010"/>
            <a:ext cx="2821757" cy="568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+mj-lt"/>
              </a:rPr>
              <a:t>Corrected velocities</a:t>
            </a:r>
          </a:p>
        </p:txBody>
      </p:sp>
    </p:spTree>
    <p:extLst>
      <p:ext uri="{BB962C8B-B14F-4D97-AF65-F5344CB8AC3E}">
        <p14:creationId xmlns:p14="http://schemas.microsoft.com/office/powerpoint/2010/main" val="32233611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394A2-8E74-8358-921F-0B48CEE55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1725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Elementary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91DC1-C116-4299-457A-F286885C1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486025"/>
            <a:ext cx="9010651" cy="13475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IN" sz="2000" dirty="0">
              <a:latin typeface="+mj-lt"/>
            </a:endParaRPr>
          </a:p>
          <a:p>
            <a:pPr marL="0" indent="0" algn="ctr">
              <a:buNone/>
            </a:pPr>
            <a:endParaRPr lang="en-IN" sz="2000" dirty="0">
              <a:latin typeface="+mj-lt"/>
            </a:endParaRPr>
          </a:p>
          <a:p>
            <a:pPr marL="0" indent="0">
              <a:buNone/>
            </a:pPr>
            <a:r>
              <a:rPr lang="en-IN" sz="2000" dirty="0">
                <a:latin typeface="+mj-lt"/>
              </a:rPr>
              <a:t>(All matrices are defined at element level with a basis and test function of order 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D1869-5685-C727-D202-B9A856A2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AE1AA-CE3B-4981-8D61-3201FE5897BF}" type="datetime1">
              <a:rPr lang="en-IN" smtClean="0">
                <a:latin typeface="+mj-lt"/>
              </a:rPr>
              <a:t>13-06-2025</a:t>
            </a:fld>
            <a:endParaRPr lang="en-IN">
              <a:latin typeface="+mj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AB4C8-762E-DA6C-8FA8-72E572CC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latin typeface="+mj-lt"/>
              </a:rPr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8659C-8309-C283-4AAB-7B94D15D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>
                <a:latin typeface="+mj-lt"/>
              </a:rPr>
              <a:t>47</a:t>
            </a:fld>
            <a:endParaRPr lang="en-IN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EA08DCA-6611-B69A-C56D-8716D064AE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95783" y="3774505"/>
              <a:ext cx="5771834" cy="208267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845498">
                      <a:extLst>
                        <a:ext uri="{9D8B030D-6E8A-4147-A177-3AD203B41FA5}">
                          <a16:colId xmlns:a16="http://schemas.microsoft.com/office/drawing/2014/main" val="2748593815"/>
                        </a:ext>
                      </a:extLst>
                    </a:gridCol>
                    <a:gridCol w="2926336">
                      <a:extLst>
                        <a:ext uri="{9D8B030D-6E8A-4147-A177-3AD203B41FA5}">
                          <a16:colId xmlns:a16="http://schemas.microsoft.com/office/drawing/2014/main" val="237720220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supHide m:val="on"/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Ψ</m:t>
                                        </m:r>
                                      </m:e>
                                      <m:sub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f>
                                      <m:f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Ψ</m:t>
                                            </m:r>
                                          </m:e>
                                          <m:sub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nary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supHide m:val="on"/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Ψ</m:t>
                                        </m:r>
                                      </m:e>
                                      <m:sub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f>
                                      <m:f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Ψ</m:t>
                                            </m:r>
                                          </m:e>
                                          <m:sub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</m:e>
                                </m:nary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1752992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supHide m:val="on"/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f>
                                      <m:f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IN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Ψ</m:t>
                                            </m:r>
                                          </m:e>
                                          <m:sub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  <m:f>
                                      <m:f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Ψ</m:t>
                                            </m:r>
                                          </m:e>
                                          <m:sub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nary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supHide m:val="on"/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f>
                                      <m:f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IN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Ψ</m:t>
                                            </m:r>
                                          </m:e>
                                          <m:sub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  <m:f>
                                      <m:f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Ψ</m:t>
                                            </m:r>
                                          </m:e>
                                          <m:sub>
                                            <m:r>
                                              <a:rPr lang="en-IN" sz="1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</m:e>
                                </m:nary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+mj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165672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EA08DCA-6611-B69A-C56D-8716D064AE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3327910"/>
                  </p:ext>
                </p:extLst>
              </p:nvPr>
            </p:nvGraphicFramePr>
            <p:xfrm>
              <a:off x="3095783" y="3774505"/>
              <a:ext cx="5771834" cy="208267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845498">
                      <a:extLst>
                        <a:ext uri="{9D8B030D-6E8A-4147-A177-3AD203B41FA5}">
                          <a16:colId xmlns:a16="http://schemas.microsoft.com/office/drawing/2014/main" val="2748593815"/>
                        </a:ext>
                      </a:extLst>
                    </a:gridCol>
                    <a:gridCol w="2926336">
                      <a:extLst>
                        <a:ext uri="{9D8B030D-6E8A-4147-A177-3AD203B41FA5}">
                          <a16:colId xmlns:a16="http://schemas.microsoft.com/office/drawing/2014/main" val="2377202205"/>
                        </a:ext>
                      </a:extLst>
                    </a:gridCol>
                  </a:tblGrid>
                  <a:tr h="10413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14" t="-585" r="-103426" b="-101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7297" t="-585" r="-416" b="-101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7529924"/>
                      </a:ext>
                    </a:extLst>
                  </a:tr>
                  <a:tr h="10413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14" t="-100585" r="-103426" b="-1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7297" t="-100585" r="-416" b="-1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65672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5CCA2A0-4AF6-C0D4-7723-F2623B2F18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00200" y="1274571"/>
              <a:ext cx="8858250" cy="184702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5550">
                      <a:extLst>
                        <a:ext uri="{9D8B030D-6E8A-4147-A177-3AD203B41FA5}">
                          <a16:colId xmlns:a16="http://schemas.microsoft.com/office/drawing/2014/main" val="1294911390"/>
                        </a:ext>
                      </a:extLst>
                    </a:gridCol>
                    <a:gridCol w="6362700">
                      <a:extLst>
                        <a:ext uri="{9D8B030D-6E8A-4147-A177-3AD203B41FA5}">
                          <a16:colId xmlns:a16="http://schemas.microsoft.com/office/drawing/2014/main" val="16260955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kern="12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Times New Roman" panose="02020603050405020304" pitchFamily="18" charset="0"/>
                            </a:rPr>
                            <a:t>Mass </a:t>
                          </a:r>
                          <a:r>
                            <a:rPr lang="en-IN" sz="2000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Times New Roman" panose="02020603050405020304" pitchFamily="18" charset="0"/>
                            </a:rPr>
                            <a:t>Matrix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IN" sz="1800" i="1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  <m: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+mn-cs"/>
                            </a:rPr>
                            <a:t>= 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supHide m:val="on"/>
                                  <m:ctrlPr>
                                    <a:rPr lang="en-IN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𝛺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Ψ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Ψ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IN" sz="18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𝛺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e>
                              </m:nary>
                            </m:oMath>
                          </a14:m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96118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kern="12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Times New Roman" panose="02020603050405020304" pitchFamily="18" charset="0"/>
                            </a:rPr>
                            <a:t>Laplacian Matrix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80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supHide m:val="on"/>
                                    <m:ctrlP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IN" sz="18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∇</m:t>
                                    </m:r>
                                    <m:sSub>
                                      <m:sSubPr>
                                        <m:ctrlPr>
                                          <a:rPr lang="en-IN" sz="18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Ψ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∇</m:t>
                                </m:r>
                                <m:sSub>
                                  <m:sSubPr>
                                    <m:ctrlP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Ψ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r>
                                  <a:rPr lang="en-IN" sz="18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IN" sz="18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IN" sz="1800" b="0" i="1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IN" sz="180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IN" sz="18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sup>
                                </m:sSubSup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45012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kern="12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Times New Roman" panose="02020603050405020304" pitchFamily="18" charset="0"/>
                            </a:rPr>
                            <a:t>Differential Matrix 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sz="180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  <m: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IN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supHide m:val="on"/>
                                    <m:ctrlPr>
                                      <a:rPr lang="en-IN" sz="180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IN" sz="18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𝑈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  <m:d>
                                      <m:dPr>
                                        <m:ctrlPr>
                                          <a:rPr lang="en-IN" sz="18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1800" i="1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Ψ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∇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800" i="1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Ψ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IN" sz="1800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𝛺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  <m:r>
                                      <a:rPr lang="en-IN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=</m:t>
                                    </m:r>
                                    <m:r>
                                      <a:rPr lang="en-IN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  <m:r>
                                      <a:rPr lang="en-IN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800" kern="100" dirty="0">
                                        <a:solidFill>
                                          <a:schemeClr val="tx1"/>
                                        </a:solidFill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sSubSup>
                                      <m:sSubSupPr>
                                        <m:ctrlPr>
                                          <a:rPr lang="en-IN" sz="1800" i="1" kern="1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sz="1800" kern="10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en-IN" sz="1800" kern="10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en-IN" sz="1800" i="1" kern="10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sz="1800" kern="10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  <m:r>
                                              <a:rPr lang="en-IN" sz="1800" kern="10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IN" sz="1800" kern="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a:rPr lang="en-IN" sz="1800" b="0" i="1" kern="10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1800" b="0" i="1" kern="10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IN" sz="1800" b="0" i="1" kern="100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sSubSup>
                                      <m:sSubSupPr>
                                        <m:ctrlPr>
                                          <a:rPr lang="en-IN" sz="1800" i="1" kern="1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sz="1800" kern="10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en-IN" sz="1800" kern="10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en-IN" sz="1800" i="1" kern="10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sz="1800" kern="10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  <m:r>
                                              <a:rPr lang="en-IN" sz="1800" kern="10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IN" sz="1800" kern="10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nary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0515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5CCA2A0-4AF6-C0D4-7723-F2623B2F18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1121614"/>
                  </p:ext>
                </p:extLst>
              </p:nvPr>
            </p:nvGraphicFramePr>
            <p:xfrm>
              <a:off x="1600200" y="1274571"/>
              <a:ext cx="8858250" cy="184702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5550">
                      <a:extLst>
                        <a:ext uri="{9D8B030D-6E8A-4147-A177-3AD203B41FA5}">
                          <a16:colId xmlns:a16="http://schemas.microsoft.com/office/drawing/2014/main" val="1294911390"/>
                        </a:ext>
                      </a:extLst>
                    </a:gridCol>
                    <a:gridCol w="6362700">
                      <a:extLst>
                        <a:ext uri="{9D8B030D-6E8A-4147-A177-3AD203B41FA5}">
                          <a16:colId xmlns:a16="http://schemas.microsoft.com/office/drawing/2014/main" val="1626095562"/>
                        </a:ext>
                      </a:extLst>
                    </a:gridCol>
                  </a:tblGrid>
                  <a:tr h="4716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kern="12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Times New Roman" panose="02020603050405020304" pitchFamily="18" charset="0"/>
                            </a:rPr>
                            <a:t>Mass </a:t>
                          </a:r>
                          <a:r>
                            <a:rPr lang="en-IN" sz="2000" kern="1200" dirty="0">
                              <a:solidFill>
                                <a:schemeClr val="tx1"/>
                              </a:solidFill>
                              <a:latin typeface="+mj-lt"/>
                              <a:ea typeface="+mn-ea"/>
                              <a:cs typeface="Times New Roman" panose="02020603050405020304" pitchFamily="18" charset="0"/>
                            </a:rPr>
                            <a:t>Matrix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368" t="-107692" r="-192" b="-29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9611828"/>
                      </a:ext>
                    </a:extLst>
                  </a:tr>
                  <a:tr h="687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kern="12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Times New Roman" panose="02020603050405020304" pitchFamily="18" charset="0"/>
                            </a:rPr>
                            <a:t>Laplacian Matrix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368" t="-143363" r="-192" b="-101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4501279"/>
                      </a:ext>
                    </a:extLst>
                  </a:tr>
                  <a:tr h="6877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kern="12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+mn-ea"/>
                              <a:cs typeface="Times New Roman" panose="02020603050405020304" pitchFamily="18" charset="0"/>
                            </a:rPr>
                            <a:t>Differential Matrix </a:t>
                          </a:r>
                          <a:endParaRPr lang="en-IN" sz="20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368" t="-243363" r="-192" b="-1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0515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00519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1661D-E231-007B-2244-6A5FA0FC8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7A006-2E10-7805-A6E3-3C2BD7752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0473A-E981-46F9-8BB6-BA7D1A1A4AC3}" type="datetime1">
              <a:rPr lang="en-IN" smtClean="0"/>
              <a:t>13-06-2025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DE6CE-C7E2-4BC0-1D12-2DAE4DF13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MTP Phase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AB323-B969-FAC5-9A6B-9184E0175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D4C9-17CE-44C8-ACDC-8FDC26074EC9}" type="slidenum">
              <a:rPr lang="en-IN" smtClean="0"/>
              <a:t>48</a:t>
            </a:fld>
            <a:endParaRPr lang="en-IN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E8DB6EFA-BA5C-94A8-4174-B7E0A12925E0}"/>
              </a:ext>
            </a:extLst>
          </p:cNvPr>
          <p:cNvSpPr/>
          <p:nvPr/>
        </p:nvSpPr>
        <p:spPr>
          <a:xfrm>
            <a:off x="470517" y="2041870"/>
            <a:ext cx="1695634" cy="87001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Viscous Drag and Lift </a:t>
            </a:r>
            <a:endParaRPr lang="en-IN" dirty="0">
              <a:latin typeface="+mj-lt"/>
            </a:endParaRP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50427DDA-FEDD-2C3B-2203-D20779058529}"/>
              </a:ext>
            </a:extLst>
          </p:cNvPr>
          <p:cNvSpPr/>
          <p:nvPr/>
        </p:nvSpPr>
        <p:spPr>
          <a:xfrm>
            <a:off x="474217" y="3453198"/>
            <a:ext cx="1695634" cy="87001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+mj-lt"/>
                <a:cs typeface="Times New Roman" panose="02020603050405020304" pitchFamily="18" charset="0"/>
              </a:rPr>
              <a:t>Element level Derivative Matrix Calculation</a:t>
            </a:r>
            <a:endParaRPr lang="en-IN" dirty="0">
              <a:latin typeface="+mj-lt"/>
            </a:endParaRPr>
          </a:p>
          <a:p>
            <a:pPr algn="ctr"/>
            <a:endParaRPr lang="en-IN" dirty="0">
              <a:latin typeface="+mj-lt"/>
            </a:endParaRP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48ADD332-C97A-FC97-CA88-C62DFA0BBFE0}"/>
              </a:ext>
            </a:extLst>
          </p:cNvPr>
          <p:cNvSpPr/>
          <p:nvPr/>
        </p:nvSpPr>
        <p:spPr>
          <a:xfrm>
            <a:off x="470517" y="4900418"/>
            <a:ext cx="1695634" cy="87001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Normal Calculation</a:t>
            </a:r>
            <a:endParaRPr lang="en-IN" dirty="0">
              <a:latin typeface="+mj-l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6E606B-5679-B893-13D6-16F7B27553BB}"/>
              </a:ext>
            </a:extLst>
          </p:cNvPr>
          <p:cNvSpPr/>
          <p:nvPr/>
        </p:nvSpPr>
        <p:spPr>
          <a:xfrm>
            <a:off x="2379213" y="1974378"/>
            <a:ext cx="4367812" cy="1004996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53596F0-A647-40CA-D36A-164BEE56C59E}"/>
              </a:ext>
            </a:extLst>
          </p:cNvPr>
          <p:cNvSpPr/>
          <p:nvPr/>
        </p:nvSpPr>
        <p:spPr>
          <a:xfrm>
            <a:off x="2379212" y="3093473"/>
            <a:ext cx="4367813" cy="158946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3715822-15D1-186A-3724-958E1E981C4B}"/>
              </a:ext>
            </a:extLst>
          </p:cNvPr>
          <p:cNvSpPr/>
          <p:nvPr/>
        </p:nvSpPr>
        <p:spPr>
          <a:xfrm>
            <a:off x="2379211" y="4821244"/>
            <a:ext cx="4367813" cy="1004996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89F0FE7-ADF4-3704-66B3-1DD3EF16B2B3}"/>
                  </a:ext>
                </a:extLst>
              </p:cNvPr>
              <p:cNvSpPr/>
              <p:nvPr/>
            </p:nvSpPr>
            <p:spPr>
              <a:xfrm>
                <a:off x="2427829" y="2188688"/>
                <a:ext cx="4319195" cy="5763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𝑛𝑡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𝑅𝑒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 </m:t>
                              </m:r>
                              <m:f>
                                <m:f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func>
                            <m:func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d>
                            <m:d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 </m:t>
                              </m:r>
                              <m:f>
                                <m:f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cos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705D584-D61D-4BBF-91D4-4649E36B42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829" y="2188688"/>
                <a:ext cx="4319195" cy="576376"/>
              </a:xfrm>
              <a:prstGeom prst="rect">
                <a:avLst/>
              </a:prstGeom>
              <a:blipFill>
                <a:blip r:embed="rId2"/>
                <a:stretch>
                  <a:fillRect b="-10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E46C650-C8F6-8BA1-7916-32C3339CB370}"/>
                  </a:ext>
                </a:extLst>
              </p:cNvPr>
              <p:cNvSpPr/>
              <p:nvPr/>
            </p:nvSpPr>
            <p:spPr>
              <a:xfrm>
                <a:off x="2411765" y="3099631"/>
                <a:ext cx="4347098" cy="15370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Ψ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f>
                            <m:f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Ψ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N" sz="1400" dirty="0"/>
              </a:p>
              <a:p>
                <a:pPr lv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𝜉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𝜂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𝜉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)⊗</m:t>
                      </m:r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𝜂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1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IN" sz="14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sz="14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𝜉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𝜕𝜉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𝜕𝜉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𝜉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IN" sz="14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𝜂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  <m:r>
                                    <m:rPr>
                                      <m:nor/>
                                    </m:rPr>
                                    <a:rPr lang="en-IN" sz="1400" dirty="0">
                                      <a:latin typeface="Calibri" panose="020F0502020204030204" pitchFamily="34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𝜕𝜂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𝜕𝜂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AA6E8A2-7723-47FB-9092-A3569C4F01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5" y="3099631"/>
                <a:ext cx="4347098" cy="15370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A02D8E1-8D31-6AE6-5B92-4C3074F70A43}"/>
                  </a:ext>
                </a:extLst>
              </p:cNvPr>
              <p:cNvSpPr/>
              <p:nvPr/>
            </p:nvSpPr>
            <p:spPr>
              <a:xfrm>
                <a:off x="2678092" y="4943798"/>
                <a:ext cx="3770050" cy="7598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IN" sz="1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IN" sz="1400" baseline="30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nd</a:t>
                </a:r>
                <a:r>
                  <a:rPr lang="en-IN" sz="1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order shape functions </a:t>
                </a:r>
                <a:r>
                  <a:rPr lang="en-IN" sz="1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𝜉</m:t>
                        </m:r>
                      </m:e>
                    </m:d>
                  </m:oMath>
                </a14:m>
                <a:endParaRPr lang="en-IN" sz="1400" dirty="0"/>
              </a:p>
              <a:p>
                <a:pPr lvl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14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(−</m:t>
                          </m:r>
                          <m:f>
                            <m:f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type m:val="lin"/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𝜕𝜉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type m:val="lin"/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𝜕𝜉</m:t>
                                  </m:r>
                                </m:den>
                              </m:f>
                            </m:den>
                          </m:f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0CBBF1F-67E3-4E71-95D1-D8390263D5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092" y="4943798"/>
                <a:ext cx="3770050" cy="759888"/>
              </a:xfrm>
              <a:prstGeom prst="rect">
                <a:avLst/>
              </a:prstGeom>
              <a:blipFill>
                <a:blip r:embed="rId4"/>
                <a:stretch>
                  <a:fillRect t="-11200" b="-624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phic 13">
            <a:extLst>
              <a:ext uri="{FF2B5EF4-FFF2-40B4-BE49-F238E27FC236}">
                <a16:creationId xmlns:a16="http://schemas.microsoft.com/office/drawing/2014/main" id="{84667F12-B228-3539-C472-8BF8D26B1EE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8127" t="36854" r="10525" b="19335"/>
          <a:stretch/>
        </p:blipFill>
        <p:spPr bwMode="auto">
          <a:xfrm>
            <a:off x="6956386" y="914400"/>
            <a:ext cx="4761397" cy="35670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849B999D-C0A2-F992-73BE-0F9EDF6EE1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56386" y="5234033"/>
              <a:ext cx="4800833" cy="54317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548585">
                      <a:extLst>
                        <a:ext uri="{9D8B030D-6E8A-4147-A177-3AD203B41FA5}">
                          <a16:colId xmlns:a16="http://schemas.microsoft.com/office/drawing/2014/main" val="3261774804"/>
                        </a:ext>
                      </a:extLst>
                    </a:gridCol>
                    <a:gridCol w="1772240">
                      <a:extLst>
                        <a:ext uri="{9D8B030D-6E8A-4147-A177-3AD203B41FA5}">
                          <a16:colId xmlns:a16="http://schemas.microsoft.com/office/drawing/2014/main" val="3224075253"/>
                        </a:ext>
                      </a:extLst>
                    </a:gridCol>
                    <a:gridCol w="1480008">
                      <a:extLst>
                        <a:ext uri="{9D8B030D-6E8A-4147-A177-3AD203B41FA5}">
                          <a16:colId xmlns:a16="http://schemas.microsoft.com/office/drawing/2014/main" val="195121941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IN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IN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102947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608102D7-CB56-4756-8643-5F5ECF0D97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5552269"/>
                  </p:ext>
                </p:extLst>
              </p:nvPr>
            </p:nvGraphicFramePr>
            <p:xfrm>
              <a:off x="6956386" y="5234033"/>
              <a:ext cx="4800833" cy="54317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548585">
                      <a:extLst>
                        <a:ext uri="{9D8B030D-6E8A-4147-A177-3AD203B41FA5}">
                          <a16:colId xmlns:a16="http://schemas.microsoft.com/office/drawing/2014/main" val="3261774804"/>
                        </a:ext>
                      </a:extLst>
                    </a:gridCol>
                    <a:gridCol w="1772240">
                      <a:extLst>
                        <a:ext uri="{9D8B030D-6E8A-4147-A177-3AD203B41FA5}">
                          <a16:colId xmlns:a16="http://schemas.microsoft.com/office/drawing/2014/main" val="3224075253"/>
                        </a:ext>
                      </a:extLst>
                    </a:gridCol>
                    <a:gridCol w="1480008">
                      <a:extLst>
                        <a:ext uri="{9D8B030D-6E8A-4147-A177-3AD203B41FA5}">
                          <a16:colId xmlns:a16="http://schemas.microsoft.com/office/drawing/2014/main" val="1951219419"/>
                        </a:ext>
                      </a:extLst>
                    </a:gridCol>
                  </a:tblGrid>
                  <a:tr h="5431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7"/>
                          <a:stretch>
                            <a:fillRect l="-394" t="-1111" r="-211024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7"/>
                          <a:stretch>
                            <a:fillRect l="-87629" t="-1111" r="-8419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7"/>
                          <a:stretch>
                            <a:fillRect l="-224691" t="-1111" r="-823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02947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itle 1">
            <a:extLst>
              <a:ext uri="{FF2B5EF4-FFF2-40B4-BE49-F238E27FC236}">
                <a16:creationId xmlns:a16="http://schemas.microsoft.com/office/drawing/2014/main" id="{8F599132-307A-9530-EE62-EAE358067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4" y="444486"/>
            <a:ext cx="10515600" cy="87001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Skin Friction Lift/Drag</a:t>
            </a:r>
            <a:endParaRPr lang="en-IN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2404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141564-66A3-4B8B-9B37-3113B2363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Verdana" panose="020B0604030504040204" pitchFamily="34" charset="0"/>
                <a:ea typeface="Verdana" panose="020B0604030504040204" pitchFamily="34" charset="0"/>
              </a:rPr>
              <a:t>12-06-2023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AA7C2-B3BD-4434-A0DB-959696F5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latin typeface="Verdana" panose="020B0604030504040204" pitchFamily="34" charset="0"/>
                <a:ea typeface="Verdana" panose="020B0604030504040204" pitchFamily="34" charset="0"/>
              </a:rPr>
              <a:t>MTP IIT GUWAHATI</a:t>
            </a:r>
          </a:p>
        </p:txBody>
      </p:sp>
      <p:sp>
        <p:nvSpPr>
          <p:cNvPr id="16" name="Title 20">
            <a:extLst>
              <a:ext uri="{FF2B5EF4-FFF2-40B4-BE49-F238E27FC236}">
                <a16:creationId xmlns:a16="http://schemas.microsoft.com/office/drawing/2014/main" id="{60BFEE45-3B74-4E12-B6BD-75998F99D58D}"/>
              </a:ext>
            </a:extLst>
          </p:cNvPr>
          <p:cNvSpPr txBox="1">
            <a:spLocks/>
          </p:cNvSpPr>
          <p:nvPr/>
        </p:nvSpPr>
        <p:spPr>
          <a:xfrm>
            <a:off x="774552" y="136526"/>
            <a:ext cx="10515600" cy="993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Lobatto Polynomials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A8A417-365A-63B3-A48D-C4E2D9665748}"/>
                  </a:ext>
                </a:extLst>
              </p:cNvPr>
              <p:cNvSpPr txBox="1"/>
              <p:nvPr/>
            </p:nvSpPr>
            <p:spPr>
              <a:xfrm>
                <a:off x="754234" y="831836"/>
                <a:ext cx="10535919" cy="1712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44" indent="-285744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Lobatto polynomial can be obtain from Legendre polynomial from relation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𝐿𝑜𝑏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𝐿𝑒𝑔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∀ 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≥2</m:t>
                      </m:r>
                    </m:oMath>
                  </m:oMathPara>
                </a14:m>
                <a:endParaRPr lang="en-US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A8A417-365A-63B3-A48D-C4E2D9665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234" y="831836"/>
                <a:ext cx="10535919" cy="1712200"/>
              </a:xfrm>
              <a:prstGeom prst="rect">
                <a:avLst/>
              </a:prstGeom>
              <a:blipFill>
                <a:blip r:embed="rId3"/>
                <a:stretch>
                  <a:fillRect l="-4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83174F4-7557-4A3A-5235-92D7AA6F33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3" y="2533709"/>
            <a:ext cx="3793156" cy="2845675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F7138FB-D552-156E-F22C-DBDCEBFCFD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214" y="2544036"/>
            <a:ext cx="3927071" cy="29480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BEE984-7FE9-6364-0655-983A6808DA8F}"/>
                  </a:ext>
                </a:extLst>
              </p:cNvPr>
              <p:cNvSpPr txBox="1"/>
              <p:nvPr/>
            </p:nvSpPr>
            <p:spPr>
              <a:xfrm>
                <a:off x="946552" y="5502879"/>
                <a:ext cx="6184096" cy="6877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914377">
                  <a:defRPr/>
                </a:pPr>
                <a:r>
                  <a:rPr lang="en-US" sz="16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Figure 4: Interpolation of Runge’s function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1+25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using Equispaced Points(left) and Lobatto Points(right).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BEE984-7FE9-6364-0655-983A6808D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552" y="5502879"/>
                <a:ext cx="6184096" cy="687752"/>
              </a:xfrm>
              <a:prstGeom prst="rect">
                <a:avLst/>
              </a:prstGeom>
              <a:blipFill>
                <a:blip r:embed="rId6"/>
                <a:stretch>
                  <a:fillRect b="-106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155100B-7173-8CBD-CCF9-3997C22822E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994" t="4667" r="6199" b="323"/>
          <a:stretch/>
        </p:blipFill>
        <p:spPr>
          <a:xfrm>
            <a:off x="7561370" y="2087882"/>
            <a:ext cx="4285983" cy="34042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DAD528-EED8-51BA-4196-D98A1336EC25}"/>
              </a:ext>
            </a:extLst>
          </p:cNvPr>
          <p:cNvSpPr txBox="1"/>
          <p:nvPr/>
        </p:nvSpPr>
        <p:spPr>
          <a:xfrm>
            <a:off x="8032702" y="5554369"/>
            <a:ext cx="36361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>
              <a:defRPr/>
            </a:pPr>
            <a:r>
              <a:rPr lang="en-US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Figure 5: Node location from different order of polynomial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D9CA50-266D-5FA4-0B95-23543835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7D6E2-CA71-4264-9F5B-7C38F85D0389}" type="slidenum">
              <a:rPr lang="en-IN" smtClean="0"/>
              <a:t>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265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4632</TotalTime>
  <Words>5528</Words>
  <Application>Microsoft Office PowerPoint</Application>
  <PresentationFormat>Widescreen</PresentationFormat>
  <Paragraphs>1518</Paragraphs>
  <Slides>49</Slides>
  <Notes>7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Office Theme</vt:lpstr>
      <vt:lpstr>1_Custom Design</vt:lpstr>
      <vt:lpstr>Custom Design</vt:lpstr>
      <vt:lpstr>Development of a Spectral Element Method-based Incompressible Flow Solver  MTP Phase 2 Presentation  By Nishant Jagtap (234103329)  Under the guidance of  Dr. Atul Kumar Soti</vt:lpstr>
      <vt:lpstr>Outline</vt:lpstr>
      <vt:lpstr>Introduction</vt:lpstr>
      <vt:lpstr>Objective</vt:lpstr>
      <vt:lpstr>Literature Review</vt:lpstr>
      <vt:lpstr>Galerkin FEM</vt:lpstr>
      <vt:lpstr>PowerPoint Presentation</vt:lpstr>
      <vt:lpstr>Interpolating Polynomials and Roots</vt:lpstr>
      <vt:lpstr>Global Assembly</vt:lpstr>
      <vt:lpstr>Boundary Conditions</vt:lpstr>
      <vt:lpstr>2D Domain</vt:lpstr>
      <vt:lpstr>Navier-stokes Equation &amp; Fractional Step Method</vt:lpstr>
      <vt:lpstr>Global System of Equations</vt:lpstr>
      <vt:lpstr>Taylor-Hood Element</vt:lpstr>
      <vt:lpstr>Element-by-Element Conjugate Gradient Method</vt:lpstr>
      <vt:lpstr>Results – Lid driven Cavity</vt:lpstr>
      <vt:lpstr>PowerPoint Presentation</vt:lpstr>
      <vt:lpstr>PowerPoint Presentation</vt:lpstr>
      <vt:lpstr>Code Restructuring &amp; Solver Update</vt:lpstr>
      <vt:lpstr>PETSC Solver</vt:lpstr>
      <vt:lpstr>CG Solver</vt:lpstr>
      <vt:lpstr>Creation of CSR Matrix</vt:lpstr>
      <vt:lpstr>Global Assembly in Compressed Matrix</vt:lpstr>
      <vt:lpstr>Converting Compressed Matrix to CSR Matrix</vt:lpstr>
      <vt:lpstr>SEM Mesh Generation</vt:lpstr>
      <vt:lpstr>Curved Mesh</vt:lpstr>
      <vt:lpstr>Lift-Drag Calculation</vt:lpstr>
      <vt:lpstr>PowerPoint Presentation</vt:lpstr>
      <vt:lpstr>FEM vs SEM Results</vt:lpstr>
      <vt:lpstr>PowerPoint Presentation</vt:lpstr>
      <vt:lpstr>Flow over Square Cylinder</vt:lpstr>
      <vt:lpstr>Flow over Square Cylinder</vt:lpstr>
      <vt:lpstr>Flow over Elliptical Cylinder</vt:lpstr>
      <vt:lpstr>Flow over Elliptical Cylinder</vt:lpstr>
      <vt:lpstr>Flow over Elliptical Cylinder inclined at 45°</vt:lpstr>
      <vt:lpstr>Summary &amp; Future Work</vt:lpstr>
      <vt:lpstr>References</vt:lpstr>
      <vt:lpstr>PowerPoint Presentation</vt:lpstr>
      <vt:lpstr>Finite/Spectral Element Method</vt:lpstr>
      <vt:lpstr>Numerical Integration</vt:lpstr>
      <vt:lpstr>Element Level Transformation</vt:lpstr>
      <vt:lpstr>Connectivity Matrix</vt:lpstr>
      <vt:lpstr>Unstructured Grid</vt:lpstr>
      <vt:lpstr>Formation of Elemental Level Matrices</vt:lpstr>
      <vt:lpstr>Discretising the Governing Equation </vt:lpstr>
      <vt:lpstr>PowerPoint Presentation</vt:lpstr>
      <vt:lpstr>Elementary Matrices</vt:lpstr>
      <vt:lpstr>Skin Friction Lift/Drag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a Spectral Element Method-based Incompressible Flow Solver  MTP Phase 1 Presentation  By Nishant Jagtap (234103329)  Under the guidance of  Dr. Atul Kumar Soti</dc:title>
  <dc:creator>NISHANT NANASAHEB JAGTAP</dc:creator>
  <cp:lastModifiedBy>NISHANT NANASAHEB JAGTAP</cp:lastModifiedBy>
  <cp:revision>30</cp:revision>
  <dcterms:created xsi:type="dcterms:W3CDTF">2024-11-24T13:53:22Z</dcterms:created>
  <dcterms:modified xsi:type="dcterms:W3CDTF">2025-06-13T09:47:48Z</dcterms:modified>
</cp:coreProperties>
</file>